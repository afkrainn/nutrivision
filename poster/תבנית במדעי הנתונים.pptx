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>
  <p:sldMasterIdLst>
    <p:sldMasterId id="2147483672" r:id="rId4"/>
  </p:sldMasterIdLst>
  <p:sldIdLst>
    <p:sldId id="266" r:id="rId5"/>
    <p:sldId id="315" r:id="rId6"/>
    <p:sldId id="314" r:id="rId7"/>
    <p:sldId id="313" r:id="rId8"/>
  </p:sldIdLst>
  <p:sldSz cx="42479913" cy="30600650"/>
  <p:notesSz cx="6797675" cy="9872663"/>
  <p:defaultTextStyle>
    <a:defPPr>
      <a:defRPr lang="he-IL"/>
    </a:defPPr>
    <a:lvl1pPr marL="0" algn="r" defTabSz="3507821" rtl="1" eaLnBrk="1" latinLnBrk="0" hangingPunct="1">
      <a:defRPr sz="6905" kern="1200">
        <a:solidFill>
          <a:schemeClr val="tx1"/>
        </a:solidFill>
        <a:latin typeface="+mn-lt"/>
        <a:ea typeface="+mn-ea"/>
        <a:cs typeface="+mn-cs"/>
      </a:defRPr>
    </a:lvl1pPr>
    <a:lvl2pPr marL="1753911" algn="r" defTabSz="3507821" rtl="1" eaLnBrk="1" latinLnBrk="0" hangingPunct="1">
      <a:defRPr sz="6905" kern="1200">
        <a:solidFill>
          <a:schemeClr val="tx1"/>
        </a:solidFill>
        <a:latin typeface="+mn-lt"/>
        <a:ea typeface="+mn-ea"/>
        <a:cs typeface="+mn-cs"/>
      </a:defRPr>
    </a:lvl2pPr>
    <a:lvl3pPr marL="3507821" algn="r" defTabSz="3507821" rtl="1" eaLnBrk="1" latinLnBrk="0" hangingPunct="1">
      <a:defRPr sz="6905" kern="1200">
        <a:solidFill>
          <a:schemeClr val="tx1"/>
        </a:solidFill>
        <a:latin typeface="+mn-lt"/>
        <a:ea typeface="+mn-ea"/>
        <a:cs typeface="+mn-cs"/>
      </a:defRPr>
    </a:lvl3pPr>
    <a:lvl4pPr marL="5261732" algn="r" defTabSz="3507821" rtl="1" eaLnBrk="1" latinLnBrk="0" hangingPunct="1">
      <a:defRPr sz="6905" kern="1200">
        <a:solidFill>
          <a:schemeClr val="tx1"/>
        </a:solidFill>
        <a:latin typeface="+mn-lt"/>
        <a:ea typeface="+mn-ea"/>
        <a:cs typeface="+mn-cs"/>
      </a:defRPr>
    </a:lvl4pPr>
    <a:lvl5pPr marL="7015643" algn="r" defTabSz="3507821" rtl="1" eaLnBrk="1" latinLnBrk="0" hangingPunct="1">
      <a:defRPr sz="6905" kern="1200">
        <a:solidFill>
          <a:schemeClr val="tx1"/>
        </a:solidFill>
        <a:latin typeface="+mn-lt"/>
        <a:ea typeface="+mn-ea"/>
        <a:cs typeface="+mn-cs"/>
      </a:defRPr>
    </a:lvl5pPr>
    <a:lvl6pPr marL="8769553" algn="r" defTabSz="3507821" rtl="1" eaLnBrk="1" latinLnBrk="0" hangingPunct="1">
      <a:defRPr sz="6905" kern="1200">
        <a:solidFill>
          <a:schemeClr val="tx1"/>
        </a:solidFill>
        <a:latin typeface="+mn-lt"/>
        <a:ea typeface="+mn-ea"/>
        <a:cs typeface="+mn-cs"/>
      </a:defRPr>
    </a:lvl6pPr>
    <a:lvl7pPr marL="10523464" algn="r" defTabSz="3507821" rtl="1" eaLnBrk="1" latinLnBrk="0" hangingPunct="1">
      <a:defRPr sz="6905" kern="1200">
        <a:solidFill>
          <a:schemeClr val="tx1"/>
        </a:solidFill>
        <a:latin typeface="+mn-lt"/>
        <a:ea typeface="+mn-ea"/>
        <a:cs typeface="+mn-cs"/>
      </a:defRPr>
    </a:lvl7pPr>
    <a:lvl8pPr marL="12277374" algn="r" defTabSz="3507821" rtl="1" eaLnBrk="1" latinLnBrk="0" hangingPunct="1">
      <a:defRPr sz="6905" kern="1200">
        <a:solidFill>
          <a:schemeClr val="tx1"/>
        </a:solidFill>
        <a:latin typeface="+mn-lt"/>
        <a:ea typeface="+mn-ea"/>
        <a:cs typeface="+mn-cs"/>
      </a:defRPr>
    </a:lvl8pPr>
    <a:lvl9pPr marL="14031285" algn="r" defTabSz="3507821" rtl="1" eaLnBrk="1" latinLnBrk="0" hangingPunct="1">
      <a:defRPr sz="6905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7A5C183F-0B9A-9D82-CB1E-1EA3937DA774}" name="Nir Elenberg" initials="NE" userId="S::nir@afeka.ac.il::377cad1b-e1cf-45bd-8b54-665ab145126a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381F"/>
    <a:srgbClr val="12B26A"/>
    <a:srgbClr val="F0F0F0"/>
    <a:srgbClr val="73BF43"/>
    <a:srgbClr val="8BC43D"/>
    <a:srgbClr val="6E2B8F"/>
    <a:srgbClr val="E57121"/>
    <a:srgbClr val="00AAE9"/>
    <a:srgbClr val="0157A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86C00B4-46FD-439D-BE9E-EB1CD0DB9723}" v="5" dt="2026-03-24T17:41:38.82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85005" autoAdjust="0"/>
    <p:restoredTop sz="94660"/>
  </p:normalViewPr>
  <p:slideViewPr>
    <p:cSldViewPr snapToGrid="0">
      <p:cViewPr varScale="1">
        <p:scale>
          <a:sx n="24" d="100"/>
          <a:sy n="24" d="100"/>
        </p:scale>
        <p:origin x="1542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microsoft.com/office/2016/11/relationships/changesInfo" Target="changesInfos/changesInfo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tableStyles" Target="tableStyle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microsoft.com/office/2018/10/relationships/authors" Target="authors.xml"/><Relationship Id="rId10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presProps" Target="presProps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ir Elenberg" userId="377cad1b-e1cf-45bd-8b54-665ab145126a" providerId="ADAL" clId="{DDF0B460-0258-42FB-9C5E-7467942234B5}"/>
    <pc:docChg chg="undo custSel addSld delSld modSld">
      <pc:chgData name="Nir Elenberg" userId="377cad1b-e1cf-45bd-8b54-665ab145126a" providerId="ADAL" clId="{DDF0B460-0258-42FB-9C5E-7467942234B5}" dt="2026-03-24T17:41:50.664" v="90" actId="47"/>
      <pc:docMkLst>
        <pc:docMk/>
      </pc:docMkLst>
      <pc:sldChg chg="delSp mod">
        <pc:chgData name="Nir Elenberg" userId="377cad1b-e1cf-45bd-8b54-665ab145126a" providerId="ADAL" clId="{DDF0B460-0258-42FB-9C5E-7467942234B5}" dt="2026-03-24T17:23:07.678" v="88" actId="478"/>
        <pc:sldMkLst>
          <pc:docMk/>
          <pc:sldMk cId="514965427" sldId="266"/>
        </pc:sldMkLst>
        <pc:spChg chg="del">
          <ac:chgData name="Nir Elenberg" userId="377cad1b-e1cf-45bd-8b54-665ab145126a" providerId="ADAL" clId="{DDF0B460-0258-42FB-9C5E-7467942234B5}" dt="2026-03-24T17:23:07.678" v="88" actId="478"/>
          <ac:spMkLst>
            <pc:docMk/>
            <pc:sldMk cId="514965427" sldId="266"/>
            <ac:spMk id="3" creationId="{4DBADD0A-FD14-4E6A-A742-A867F760DFA5}"/>
          </ac:spMkLst>
        </pc:spChg>
      </pc:sldChg>
      <pc:sldChg chg="del">
        <pc:chgData name="Nir Elenberg" userId="377cad1b-e1cf-45bd-8b54-665ab145126a" providerId="ADAL" clId="{DDF0B460-0258-42FB-9C5E-7467942234B5}" dt="2026-03-24T17:41:50.664" v="90" actId="47"/>
        <pc:sldMkLst>
          <pc:docMk/>
          <pc:sldMk cId="936607921" sldId="287"/>
        </pc:sldMkLst>
      </pc:sldChg>
      <pc:sldChg chg="addSp delSp modSp mod">
        <pc:chgData name="Nir Elenberg" userId="377cad1b-e1cf-45bd-8b54-665ab145126a" providerId="ADAL" clId="{DDF0B460-0258-42FB-9C5E-7467942234B5}" dt="2026-03-24T17:21:23.587" v="87" actId="962"/>
        <pc:sldMkLst>
          <pc:docMk/>
          <pc:sldMk cId="3124853156" sldId="313"/>
        </pc:sldMkLst>
        <pc:spChg chg="mod">
          <ac:chgData name="Nir Elenberg" userId="377cad1b-e1cf-45bd-8b54-665ab145126a" providerId="ADAL" clId="{DDF0B460-0258-42FB-9C5E-7467942234B5}" dt="2026-03-24T17:21:23.587" v="87" actId="962"/>
          <ac:spMkLst>
            <pc:docMk/>
            <pc:sldMk cId="3124853156" sldId="313"/>
            <ac:spMk id="4" creationId="{00000000-0000-0000-0000-000000000000}"/>
          </ac:spMkLst>
        </pc:spChg>
        <pc:spChg chg="mod">
          <ac:chgData name="Nir Elenberg" userId="377cad1b-e1cf-45bd-8b54-665ab145126a" providerId="ADAL" clId="{DDF0B460-0258-42FB-9C5E-7467942234B5}" dt="2026-03-21T07:53:37.241" v="66" actId="1037"/>
          <ac:spMkLst>
            <pc:docMk/>
            <pc:sldMk cId="3124853156" sldId="313"/>
            <ac:spMk id="8" creationId="{00000000-0000-0000-0000-000000000000}"/>
          </ac:spMkLst>
        </pc:spChg>
        <pc:spChg chg="mod ord">
          <ac:chgData name="Nir Elenberg" userId="377cad1b-e1cf-45bd-8b54-665ab145126a" providerId="ADAL" clId="{DDF0B460-0258-42FB-9C5E-7467942234B5}" dt="2026-03-21T07:54:30.354" v="78" actId="171"/>
          <ac:spMkLst>
            <pc:docMk/>
            <pc:sldMk cId="3124853156" sldId="313"/>
            <ac:spMk id="9" creationId="{6B70BDE5-DA7A-D4DE-E1AE-808E80D4AFED}"/>
          </ac:spMkLst>
        </pc:spChg>
        <pc:spChg chg="add mod">
          <ac:chgData name="Nir Elenberg" userId="377cad1b-e1cf-45bd-8b54-665ab145126a" providerId="ADAL" clId="{DDF0B460-0258-42FB-9C5E-7467942234B5}" dt="2026-03-21T07:55:00.353" v="82" actId="14100"/>
          <ac:spMkLst>
            <pc:docMk/>
            <pc:sldMk cId="3124853156" sldId="313"/>
            <ac:spMk id="13" creationId="{41F56636-FBC0-CD2B-B5BD-A5CB7A377D31}"/>
          </ac:spMkLst>
        </pc:spChg>
        <pc:spChg chg="mod">
          <ac:chgData name="Nir Elenberg" userId="377cad1b-e1cf-45bd-8b54-665ab145126a" providerId="ADAL" clId="{DDF0B460-0258-42FB-9C5E-7467942234B5}" dt="2026-03-21T07:53:47.680" v="68" actId="1076"/>
          <ac:spMkLst>
            <pc:docMk/>
            <pc:sldMk cId="3124853156" sldId="313"/>
            <ac:spMk id="54" creationId="{44991587-8DDB-4737-86A9-ECA34CE987EB}"/>
          </ac:spMkLst>
        </pc:spChg>
        <pc:spChg chg="mod">
          <ac:chgData name="Nir Elenberg" userId="377cad1b-e1cf-45bd-8b54-665ab145126a" providerId="ADAL" clId="{DDF0B460-0258-42FB-9C5E-7467942234B5}" dt="2026-03-21T07:55:04.183" v="83" actId="14100"/>
          <ac:spMkLst>
            <pc:docMk/>
            <pc:sldMk cId="3124853156" sldId="313"/>
            <ac:spMk id="76" creationId="{802BF110-5A05-41C2-A432-337BFFC971F1}"/>
          </ac:spMkLst>
        </pc:spChg>
        <pc:spChg chg="mod">
          <ac:chgData name="Nir Elenberg" userId="377cad1b-e1cf-45bd-8b54-665ab145126a" providerId="ADAL" clId="{DDF0B460-0258-42FB-9C5E-7467942234B5}" dt="2026-03-21T07:55:12.612" v="85" actId="14100"/>
          <ac:spMkLst>
            <pc:docMk/>
            <pc:sldMk cId="3124853156" sldId="313"/>
            <ac:spMk id="77" creationId="{A6CEF51B-C266-4F90-8D42-445D16647823}"/>
          </ac:spMkLst>
        </pc:spChg>
        <pc:picChg chg="add mod ord">
          <ac:chgData name="Nir Elenberg" userId="377cad1b-e1cf-45bd-8b54-665ab145126a" providerId="ADAL" clId="{DDF0B460-0258-42FB-9C5E-7467942234B5}" dt="2026-03-21T07:53:16.778" v="40" actId="167"/>
          <ac:picMkLst>
            <pc:docMk/>
            <pc:sldMk cId="3124853156" sldId="313"/>
            <ac:picMk id="12" creationId="{BA161807-1273-8C71-35F3-320F48592E69}"/>
          </ac:picMkLst>
        </pc:picChg>
      </pc:sldChg>
      <pc:sldChg chg="addSp delSp modSp mod">
        <pc:chgData name="Nir Elenberg" userId="377cad1b-e1cf-45bd-8b54-665ab145126a" providerId="ADAL" clId="{DDF0B460-0258-42FB-9C5E-7467942234B5}" dt="2026-03-24T17:21:16.136" v="86" actId="962"/>
        <pc:sldMkLst>
          <pc:docMk/>
          <pc:sldMk cId="263883105" sldId="314"/>
        </pc:sldMkLst>
        <pc:spChg chg="mod">
          <ac:chgData name="Nir Elenberg" userId="377cad1b-e1cf-45bd-8b54-665ab145126a" providerId="ADAL" clId="{DDF0B460-0258-42FB-9C5E-7467942234B5}" dt="2026-03-21T07:52:41.089" v="36" actId="14100"/>
          <ac:spMkLst>
            <pc:docMk/>
            <pc:sldMk cId="263883105" sldId="314"/>
            <ac:spMk id="5" creationId="{56FB87F3-4489-5201-BE77-F7030930A2C9}"/>
          </ac:spMkLst>
        </pc:spChg>
        <pc:spChg chg="add mod ord">
          <ac:chgData name="Nir Elenberg" userId="377cad1b-e1cf-45bd-8b54-665ab145126a" providerId="ADAL" clId="{DDF0B460-0258-42FB-9C5E-7467942234B5}" dt="2026-03-21T07:51:56.048" v="18" actId="171"/>
          <ac:spMkLst>
            <pc:docMk/>
            <pc:sldMk cId="263883105" sldId="314"/>
            <ac:spMk id="10" creationId="{58AB9F69-A00C-0DEC-3FC8-CF6A8928A945}"/>
          </ac:spMkLst>
        </pc:spChg>
        <pc:spChg chg="mod">
          <ac:chgData name="Nir Elenberg" userId="377cad1b-e1cf-45bd-8b54-665ab145126a" providerId="ADAL" clId="{DDF0B460-0258-42FB-9C5E-7467942234B5}" dt="2026-03-21T07:51:20.233" v="11" actId="1076"/>
          <ac:spMkLst>
            <pc:docMk/>
            <pc:sldMk cId="263883105" sldId="314"/>
            <ac:spMk id="13" creationId="{D289EFA9-EFC0-FC48-8410-070FC0725911}"/>
          </ac:spMkLst>
        </pc:spChg>
        <pc:spChg chg="mod">
          <ac:chgData name="Nir Elenberg" userId="377cad1b-e1cf-45bd-8b54-665ab145126a" providerId="ADAL" clId="{DDF0B460-0258-42FB-9C5E-7467942234B5}" dt="2026-03-24T17:21:16.136" v="86" actId="962"/>
          <ac:spMkLst>
            <pc:docMk/>
            <pc:sldMk cId="263883105" sldId="314"/>
            <ac:spMk id="14" creationId="{7C3F75C3-E034-2F5D-1B7F-23C9487B2EA8}"/>
          </ac:spMkLst>
        </pc:spChg>
        <pc:spChg chg="mod">
          <ac:chgData name="Nir Elenberg" userId="377cad1b-e1cf-45bd-8b54-665ab145126a" providerId="ADAL" clId="{DDF0B460-0258-42FB-9C5E-7467942234B5}" dt="2026-03-21T07:52:29.200" v="34" actId="14100"/>
          <ac:spMkLst>
            <pc:docMk/>
            <pc:sldMk cId="263883105" sldId="314"/>
            <ac:spMk id="21" creationId="{AEDDDC88-B5D7-147B-5571-BA94C35925DE}"/>
          </ac:spMkLst>
        </pc:spChg>
        <pc:spChg chg="mod">
          <ac:chgData name="Nir Elenberg" userId="377cad1b-e1cf-45bd-8b54-665ab145126a" providerId="ADAL" clId="{DDF0B460-0258-42FB-9C5E-7467942234B5}" dt="2026-03-21T07:52:20" v="27" actId="1035"/>
          <ac:spMkLst>
            <pc:docMk/>
            <pc:sldMk cId="263883105" sldId="314"/>
            <ac:spMk id="27" creationId="{099CB40E-C212-0280-4A09-70A784C11C36}"/>
          </ac:spMkLst>
        </pc:spChg>
        <pc:picChg chg="add mod ord">
          <ac:chgData name="Nir Elenberg" userId="377cad1b-e1cf-45bd-8b54-665ab145126a" providerId="ADAL" clId="{DDF0B460-0258-42FB-9C5E-7467942234B5}" dt="2026-03-21T07:51:07.441" v="3" actId="167"/>
          <ac:picMkLst>
            <pc:docMk/>
            <pc:sldMk cId="263883105" sldId="314"/>
            <ac:picMk id="8" creationId="{090FF297-7626-9D2F-E2AB-4B5239339E46}"/>
          </ac:picMkLst>
        </pc:picChg>
      </pc:sldChg>
      <pc:sldChg chg="add">
        <pc:chgData name="Nir Elenberg" userId="377cad1b-e1cf-45bd-8b54-665ab145126a" providerId="ADAL" clId="{DDF0B460-0258-42FB-9C5E-7467942234B5}" dt="2026-03-24T17:41:38.823" v="89"/>
        <pc:sldMkLst>
          <pc:docMk/>
          <pc:sldMk cId="1011063359" sldId="315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שקופית כותר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185994" y="5008025"/>
            <a:ext cx="36107926" cy="10653560"/>
          </a:xfrm>
        </p:spPr>
        <p:txBody>
          <a:bodyPr anchor="b"/>
          <a:lstStyle>
            <a:lvl1pPr algn="ctr">
              <a:defRPr sz="26772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309989" y="16072427"/>
            <a:ext cx="31859935" cy="7388071"/>
          </a:xfrm>
        </p:spPr>
        <p:txBody>
          <a:bodyPr/>
          <a:lstStyle>
            <a:lvl1pPr marL="0" indent="0" algn="ctr">
              <a:buNone/>
              <a:defRPr sz="10709"/>
            </a:lvl1pPr>
            <a:lvl2pPr marL="2040026" indent="0" algn="ctr">
              <a:buNone/>
              <a:defRPr sz="8924"/>
            </a:lvl2pPr>
            <a:lvl3pPr marL="4080053" indent="0" algn="ctr">
              <a:buNone/>
              <a:defRPr sz="8032"/>
            </a:lvl3pPr>
            <a:lvl4pPr marL="6120079" indent="0" algn="ctr">
              <a:buNone/>
              <a:defRPr sz="7139"/>
            </a:lvl4pPr>
            <a:lvl5pPr marL="8160106" indent="0" algn="ctr">
              <a:buNone/>
              <a:defRPr sz="7139"/>
            </a:lvl5pPr>
            <a:lvl6pPr marL="10200132" indent="0" algn="ctr">
              <a:buNone/>
              <a:defRPr sz="7139"/>
            </a:lvl6pPr>
            <a:lvl7pPr marL="12240158" indent="0" algn="ctr">
              <a:buNone/>
              <a:defRPr sz="7139"/>
            </a:lvl7pPr>
            <a:lvl8pPr marL="14280185" indent="0" algn="ctr">
              <a:buNone/>
              <a:defRPr sz="7139"/>
            </a:lvl8pPr>
            <a:lvl9pPr marL="16320211" indent="0" algn="ctr">
              <a:buNone/>
              <a:defRPr sz="7139"/>
            </a:lvl9pPr>
          </a:lstStyle>
          <a:p>
            <a:r>
              <a:rPr lang="he-IL"/>
              <a:t>לחץ כדי לערוך סגנון כותרת משנה של תבנית בסיס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938E48-F708-4DD5-A3C4-8D7851AB3431}" type="datetimeFigureOut">
              <a:rPr lang="he-IL" smtClean="0"/>
              <a:t>ו'/ניסן/תשפ"ו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4F0D2A-E218-47E0-A883-B788501C2BB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9985102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כותרת ותוכ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938E48-F708-4DD5-A3C4-8D7851AB3431}" type="datetimeFigureOut">
              <a:rPr lang="he-IL" smtClean="0"/>
              <a:t>ו'/ניסן/תשפ"ו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4F0D2A-E218-47E0-A883-B788501C2BB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1515476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כותרת מקטע עליונ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98371" y="7628921"/>
            <a:ext cx="36638925" cy="12729018"/>
          </a:xfrm>
        </p:spPr>
        <p:txBody>
          <a:bodyPr anchor="b"/>
          <a:lstStyle>
            <a:lvl1pPr>
              <a:defRPr sz="26772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898371" y="20478361"/>
            <a:ext cx="36638925" cy="6693890"/>
          </a:xfrm>
        </p:spPr>
        <p:txBody>
          <a:bodyPr/>
          <a:lstStyle>
            <a:lvl1pPr marL="0" indent="0">
              <a:buNone/>
              <a:defRPr sz="10709">
                <a:solidFill>
                  <a:schemeClr val="tx1"/>
                </a:solidFill>
              </a:defRPr>
            </a:lvl1pPr>
            <a:lvl2pPr marL="2040026" indent="0">
              <a:buNone/>
              <a:defRPr sz="8924">
                <a:solidFill>
                  <a:schemeClr val="tx1">
                    <a:tint val="75000"/>
                  </a:schemeClr>
                </a:solidFill>
              </a:defRPr>
            </a:lvl2pPr>
            <a:lvl3pPr marL="4080053" indent="0">
              <a:buNone/>
              <a:defRPr sz="8032">
                <a:solidFill>
                  <a:schemeClr val="tx1">
                    <a:tint val="75000"/>
                  </a:schemeClr>
                </a:solidFill>
              </a:defRPr>
            </a:lvl3pPr>
            <a:lvl4pPr marL="6120079" indent="0">
              <a:buNone/>
              <a:defRPr sz="7139">
                <a:solidFill>
                  <a:schemeClr val="tx1">
                    <a:tint val="75000"/>
                  </a:schemeClr>
                </a:solidFill>
              </a:defRPr>
            </a:lvl4pPr>
            <a:lvl5pPr marL="8160106" indent="0">
              <a:buNone/>
              <a:defRPr sz="7139">
                <a:solidFill>
                  <a:schemeClr val="tx1">
                    <a:tint val="75000"/>
                  </a:schemeClr>
                </a:solidFill>
              </a:defRPr>
            </a:lvl5pPr>
            <a:lvl6pPr marL="10200132" indent="0">
              <a:buNone/>
              <a:defRPr sz="7139">
                <a:solidFill>
                  <a:schemeClr val="tx1">
                    <a:tint val="75000"/>
                  </a:schemeClr>
                </a:solidFill>
              </a:defRPr>
            </a:lvl6pPr>
            <a:lvl7pPr marL="12240158" indent="0">
              <a:buNone/>
              <a:defRPr sz="7139">
                <a:solidFill>
                  <a:schemeClr val="tx1">
                    <a:tint val="75000"/>
                  </a:schemeClr>
                </a:solidFill>
              </a:defRPr>
            </a:lvl7pPr>
            <a:lvl8pPr marL="14280185" indent="0">
              <a:buNone/>
              <a:defRPr sz="7139">
                <a:solidFill>
                  <a:schemeClr val="tx1">
                    <a:tint val="75000"/>
                  </a:schemeClr>
                </a:solidFill>
              </a:defRPr>
            </a:lvl8pPr>
            <a:lvl9pPr marL="16320211" indent="0">
              <a:buNone/>
              <a:defRPr sz="7139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938E48-F708-4DD5-A3C4-8D7851AB3431}" type="datetimeFigureOut">
              <a:rPr lang="he-IL" smtClean="0"/>
              <a:t>ו'/ניסן/תשפ"ו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4F0D2A-E218-47E0-A883-B788501C2BB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1900904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שני תכני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920494" y="8146007"/>
            <a:ext cx="18053963" cy="19415831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1505456" y="8146007"/>
            <a:ext cx="18053963" cy="19415831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938E48-F708-4DD5-A3C4-8D7851AB3431}" type="datetimeFigureOut">
              <a:rPr lang="he-IL" smtClean="0"/>
              <a:t>ו'/ניסן/תשפ"ו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4F0D2A-E218-47E0-A883-B788501C2BB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42158410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השווא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26027" y="1629208"/>
            <a:ext cx="36638925" cy="5914711"/>
          </a:xfrm>
        </p:spPr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26031" y="7501412"/>
            <a:ext cx="17970992" cy="3676326"/>
          </a:xfrm>
        </p:spPr>
        <p:txBody>
          <a:bodyPr anchor="b"/>
          <a:lstStyle>
            <a:lvl1pPr marL="0" indent="0">
              <a:buNone/>
              <a:defRPr sz="10709" b="1"/>
            </a:lvl1pPr>
            <a:lvl2pPr marL="2040026" indent="0">
              <a:buNone/>
              <a:defRPr sz="8924" b="1"/>
            </a:lvl2pPr>
            <a:lvl3pPr marL="4080053" indent="0">
              <a:buNone/>
              <a:defRPr sz="8032" b="1"/>
            </a:lvl3pPr>
            <a:lvl4pPr marL="6120079" indent="0">
              <a:buNone/>
              <a:defRPr sz="7139" b="1"/>
            </a:lvl4pPr>
            <a:lvl5pPr marL="8160106" indent="0">
              <a:buNone/>
              <a:defRPr sz="7139" b="1"/>
            </a:lvl5pPr>
            <a:lvl6pPr marL="10200132" indent="0">
              <a:buNone/>
              <a:defRPr sz="7139" b="1"/>
            </a:lvl6pPr>
            <a:lvl7pPr marL="12240158" indent="0">
              <a:buNone/>
              <a:defRPr sz="7139" b="1"/>
            </a:lvl7pPr>
            <a:lvl8pPr marL="14280185" indent="0">
              <a:buNone/>
              <a:defRPr sz="7139" b="1"/>
            </a:lvl8pPr>
            <a:lvl9pPr marL="16320211" indent="0">
              <a:buNone/>
              <a:defRPr sz="7139" b="1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926031" y="11177737"/>
            <a:ext cx="17970992" cy="1644076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1505458" y="7501412"/>
            <a:ext cx="18059496" cy="3676326"/>
          </a:xfrm>
        </p:spPr>
        <p:txBody>
          <a:bodyPr anchor="b"/>
          <a:lstStyle>
            <a:lvl1pPr marL="0" indent="0">
              <a:buNone/>
              <a:defRPr sz="10709" b="1"/>
            </a:lvl1pPr>
            <a:lvl2pPr marL="2040026" indent="0">
              <a:buNone/>
              <a:defRPr sz="8924" b="1"/>
            </a:lvl2pPr>
            <a:lvl3pPr marL="4080053" indent="0">
              <a:buNone/>
              <a:defRPr sz="8032" b="1"/>
            </a:lvl3pPr>
            <a:lvl4pPr marL="6120079" indent="0">
              <a:buNone/>
              <a:defRPr sz="7139" b="1"/>
            </a:lvl4pPr>
            <a:lvl5pPr marL="8160106" indent="0">
              <a:buNone/>
              <a:defRPr sz="7139" b="1"/>
            </a:lvl5pPr>
            <a:lvl6pPr marL="10200132" indent="0">
              <a:buNone/>
              <a:defRPr sz="7139" b="1"/>
            </a:lvl6pPr>
            <a:lvl7pPr marL="12240158" indent="0">
              <a:buNone/>
              <a:defRPr sz="7139" b="1"/>
            </a:lvl7pPr>
            <a:lvl8pPr marL="14280185" indent="0">
              <a:buNone/>
              <a:defRPr sz="7139" b="1"/>
            </a:lvl8pPr>
            <a:lvl9pPr marL="16320211" indent="0">
              <a:buNone/>
              <a:defRPr sz="7139" b="1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21505458" y="11177737"/>
            <a:ext cx="18059496" cy="1644076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938E48-F708-4DD5-A3C4-8D7851AB3431}" type="datetimeFigureOut">
              <a:rPr lang="he-IL" smtClean="0"/>
              <a:t>ו'/ניסן/תשפ"ו</a:t>
            </a:fld>
            <a:endParaRPr lang="he-IL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4F0D2A-E218-47E0-A883-B788501C2BB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1282514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כותרת בלב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938E48-F708-4DD5-A3C4-8D7851AB3431}" type="datetimeFigureOut">
              <a:rPr lang="he-IL" smtClean="0"/>
              <a:t>ו'/ניסן/תשפ"ו</a:t>
            </a:fld>
            <a:endParaRPr lang="he-I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4F0D2A-E218-47E0-A883-B788501C2BB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6687917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ריק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938E48-F708-4DD5-A3C4-8D7851AB3431}" type="datetimeFigureOut">
              <a:rPr lang="he-IL" smtClean="0"/>
              <a:t>ו'/ניסן/תשפ"ו</a:t>
            </a:fld>
            <a:endParaRPr lang="he-IL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4F0D2A-E218-47E0-A883-B788501C2BB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4416761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תוכן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26027" y="2040043"/>
            <a:ext cx="13700878" cy="7140152"/>
          </a:xfrm>
        </p:spPr>
        <p:txBody>
          <a:bodyPr anchor="b"/>
          <a:lstStyle>
            <a:lvl1pPr>
              <a:defRPr sz="14278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8059496" y="4405934"/>
            <a:ext cx="21505456" cy="21746295"/>
          </a:xfrm>
        </p:spPr>
        <p:txBody>
          <a:bodyPr/>
          <a:lstStyle>
            <a:lvl1pPr>
              <a:defRPr sz="14278"/>
            </a:lvl1pPr>
            <a:lvl2pPr>
              <a:defRPr sz="12494"/>
            </a:lvl2pPr>
            <a:lvl3pPr>
              <a:defRPr sz="10709"/>
            </a:lvl3pPr>
            <a:lvl4pPr>
              <a:defRPr sz="8924"/>
            </a:lvl4pPr>
            <a:lvl5pPr>
              <a:defRPr sz="8924"/>
            </a:lvl5pPr>
            <a:lvl6pPr>
              <a:defRPr sz="8924"/>
            </a:lvl6pPr>
            <a:lvl7pPr>
              <a:defRPr sz="8924"/>
            </a:lvl7pPr>
            <a:lvl8pPr>
              <a:defRPr sz="8924"/>
            </a:lvl8pPr>
            <a:lvl9pPr>
              <a:defRPr sz="8924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926027" y="9180195"/>
            <a:ext cx="13700878" cy="17007447"/>
          </a:xfrm>
        </p:spPr>
        <p:txBody>
          <a:bodyPr/>
          <a:lstStyle>
            <a:lvl1pPr marL="0" indent="0">
              <a:buNone/>
              <a:defRPr sz="7139"/>
            </a:lvl1pPr>
            <a:lvl2pPr marL="2040026" indent="0">
              <a:buNone/>
              <a:defRPr sz="6247"/>
            </a:lvl2pPr>
            <a:lvl3pPr marL="4080053" indent="0">
              <a:buNone/>
              <a:defRPr sz="5354"/>
            </a:lvl3pPr>
            <a:lvl4pPr marL="6120079" indent="0">
              <a:buNone/>
              <a:defRPr sz="4462"/>
            </a:lvl4pPr>
            <a:lvl5pPr marL="8160106" indent="0">
              <a:buNone/>
              <a:defRPr sz="4462"/>
            </a:lvl5pPr>
            <a:lvl6pPr marL="10200132" indent="0">
              <a:buNone/>
              <a:defRPr sz="4462"/>
            </a:lvl6pPr>
            <a:lvl7pPr marL="12240158" indent="0">
              <a:buNone/>
              <a:defRPr sz="4462"/>
            </a:lvl7pPr>
            <a:lvl8pPr marL="14280185" indent="0">
              <a:buNone/>
              <a:defRPr sz="4462"/>
            </a:lvl8pPr>
            <a:lvl9pPr marL="16320211" indent="0">
              <a:buNone/>
              <a:defRPr sz="4462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938E48-F708-4DD5-A3C4-8D7851AB3431}" type="datetimeFigureOut">
              <a:rPr lang="he-IL" smtClean="0"/>
              <a:t>ו'/ניסן/תשפ"ו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4F0D2A-E218-47E0-A883-B788501C2BB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272093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תמונה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26027" y="2040043"/>
            <a:ext cx="13700878" cy="7140152"/>
          </a:xfrm>
        </p:spPr>
        <p:txBody>
          <a:bodyPr anchor="b"/>
          <a:lstStyle>
            <a:lvl1pPr>
              <a:defRPr sz="14278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8059496" y="4405934"/>
            <a:ext cx="21505456" cy="21746295"/>
          </a:xfrm>
        </p:spPr>
        <p:txBody>
          <a:bodyPr anchor="t"/>
          <a:lstStyle>
            <a:lvl1pPr marL="0" indent="0">
              <a:buNone/>
              <a:defRPr sz="14278"/>
            </a:lvl1pPr>
            <a:lvl2pPr marL="2040026" indent="0">
              <a:buNone/>
              <a:defRPr sz="12494"/>
            </a:lvl2pPr>
            <a:lvl3pPr marL="4080053" indent="0">
              <a:buNone/>
              <a:defRPr sz="10709"/>
            </a:lvl3pPr>
            <a:lvl4pPr marL="6120079" indent="0">
              <a:buNone/>
              <a:defRPr sz="8924"/>
            </a:lvl4pPr>
            <a:lvl5pPr marL="8160106" indent="0">
              <a:buNone/>
              <a:defRPr sz="8924"/>
            </a:lvl5pPr>
            <a:lvl6pPr marL="10200132" indent="0">
              <a:buNone/>
              <a:defRPr sz="8924"/>
            </a:lvl6pPr>
            <a:lvl7pPr marL="12240158" indent="0">
              <a:buNone/>
              <a:defRPr sz="8924"/>
            </a:lvl7pPr>
            <a:lvl8pPr marL="14280185" indent="0">
              <a:buNone/>
              <a:defRPr sz="8924"/>
            </a:lvl8pPr>
            <a:lvl9pPr marL="16320211" indent="0">
              <a:buNone/>
              <a:defRPr sz="8924"/>
            </a:lvl9pPr>
          </a:lstStyle>
          <a:p>
            <a:r>
              <a:rPr lang="he-IL"/>
              <a:t>לחץ על הסמל כדי להוסיף תמונה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926027" y="9180195"/>
            <a:ext cx="13700878" cy="17007447"/>
          </a:xfrm>
        </p:spPr>
        <p:txBody>
          <a:bodyPr/>
          <a:lstStyle>
            <a:lvl1pPr marL="0" indent="0">
              <a:buNone/>
              <a:defRPr sz="7139"/>
            </a:lvl1pPr>
            <a:lvl2pPr marL="2040026" indent="0">
              <a:buNone/>
              <a:defRPr sz="6247"/>
            </a:lvl2pPr>
            <a:lvl3pPr marL="4080053" indent="0">
              <a:buNone/>
              <a:defRPr sz="5354"/>
            </a:lvl3pPr>
            <a:lvl4pPr marL="6120079" indent="0">
              <a:buNone/>
              <a:defRPr sz="4462"/>
            </a:lvl4pPr>
            <a:lvl5pPr marL="8160106" indent="0">
              <a:buNone/>
              <a:defRPr sz="4462"/>
            </a:lvl5pPr>
            <a:lvl6pPr marL="10200132" indent="0">
              <a:buNone/>
              <a:defRPr sz="4462"/>
            </a:lvl6pPr>
            <a:lvl7pPr marL="12240158" indent="0">
              <a:buNone/>
              <a:defRPr sz="4462"/>
            </a:lvl7pPr>
            <a:lvl8pPr marL="14280185" indent="0">
              <a:buNone/>
              <a:defRPr sz="4462"/>
            </a:lvl8pPr>
            <a:lvl9pPr marL="16320211" indent="0">
              <a:buNone/>
              <a:defRPr sz="4462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938E48-F708-4DD5-A3C4-8D7851AB3431}" type="datetimeFigureOut">
              <a:rPr lang="he-IL" smtClean="0"/>
              <a:t>ו'/ניסן/תשפ"ו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4F0D2A-E218-47E0-A883-B788501C2BB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6463034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כותרת וטקסט אנכ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938E48-F708-4DD5-A3C4-8D7851AB3431}" type="datetimeFigureOut">
              <a:rPr lang="he-IL" smtClean="0"/>
              <a:t>ו'/ניסן/תשפ"ו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4F0D2A-E218-47E0-A883-B788501C2BB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9666285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כותרת אנכית וטקס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0399690" y="1629201"/>
            <a:ext cx="9159731" cy="25932636"/>
          </a:xfrm>
        </p:spPr>
        <p:txBody>
          <a:bodyPr vert="eaVert"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920496" y="1629201"/>
            <a:ext cx="26948195" cy="25932636"/>
          </a:xfrm>
        </p:spPr>
        <p:txBody>
          <a:bodyPr vert="eaVert"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938E48-F708-4DD5-A3C4-8D7851AB3431}" type="datetimeFigureOut">
              <a:rPr lang="he-IL" smtClean="0"/>
              <a:t>ו'/ניסן/תשפ"ו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4F0D2A-E218-47E0-A883-B788501C2BB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554678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920494" y="1629208"/>
            <a:ext cx="36638925" cy="591471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20494" y="8146007"/>
            <a:ext cx="36638925" cy="1941583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920494" y="28362276"/>
            <a:ext cx="9557980" cy="162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535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1938E48-F708-4DD5-A3C4-8D7851AB3431}" type="datetimeFigureOut">
              <a:rPr lang="he-IL" smtClean="0"/>
              <a:t>ו'/ניסן/תשפ"ו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071471" y="28362276"/>
            <a:ext cx="14336971" cy="162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535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0001439" y="28362276"/>
            <a:ext cx="9557980" cy="162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535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54F0D2A-E218-47E0-A883-B788501C2BB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0290251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4080053" rtl="1" eaLnBrk="1" latinLnBrk="0" hangingPunct="1">
        <a:lnSpc>
          <a:spcPct val="90000"/>
        </a:lnSpc>
        <a:spcBef>
          <a:spcPct val="0"/>
        </a:spcBef>
        <a:buNone/>
        <a:defRPr sz="19633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020013" indent="-1020013" algn="r" defTabSz="4080053" rtl="1" eaLnBrk="1" latinLnBrk="0" hangingPunct="1">
        <a:lnSpc>
          <a:spcPct val="90000"/>
        </a:lnSpc>
        <a:spcBef>
          <a:spcPts val="4462"/>
        </a:spcBef>
        <a:buFont typeface="Arial" panose="020B0604020202020204" pitchFamily="34" charset="0"/>
        <a:buChar char="•"/>
        <a:defRPr sz="12494" kern="1200">
          <a:solidFill>
            <a:schemeClr val="tx1"/>
          </a:solidFill>
          <a:latin typeface="+mn-lt"/>
          <a:ea typeface="+mn-ea"/>
          <a:cs typeface="+mn-cs"/>
        </a:defRPr>
      </a:lvl1pPr>
      <a:lvl2pPr marL="3060040" indent="-1020013" algn="r" defTabSz="4080053" rtl="1" eaLnBrk="1" latinLnBrk="0" hangingPunct="1">
        <a:lnSpc>
          <a:spcPct val="90000"/>
        </a:lnSpc>
        <a:spcBef>
          <a:spcPts val="2231"/>
        </a:spcBef>
        <a:buFont typeface="Arial" panose="020B0604020202020204" pitchFamily="34" charset="0"/>
        <a:buChar char="•"/>
        <a:defRPr sz="10709" kern="1200">
          <a:solidFill>
            <a:schemeClr val="tx1"/>
          </a:solidFill>
          <a:latin typeface="+mn-lt"/>
          <a:ea typeface="+mn-ea"/>
          <a:cs typeface="+mn-cs"/>
        </a:defRPr>
      </a:lvl2pPr>
      <a:lvl3pPr marL="5100066" indent="-1020013" algn="r" defTabSz="4080053" rtl="1" eaLnBrk="1" latinLnBrk="0" hangingPunct="1">
        <a:lnSpc>
          <a:spcPct val="90000"/>
        </a:lnSpc>
        <a:spcBef>
          <a:spcPts val="2231"/>
        </a:spcBef>
        <a:buFont typeface="Arial" panose="020B0604020202020204" pitchFamily="34" charset="0"/>
        <a:buChar char="•"/>
        <a:defRPr sz="8924" kern="1200">
          <a:solidFill>
            <a:schemeClr val="tx1"/>
          </a:solidFill>
          <a:latin typeface="+mn-lt"/>
          <a:ea typeface="+mn-ea"/>
          <a:cs typeface="+mn-cs"/>
        </a:defRPr>
      </a:lvl3pPr>
      <a:lvl4pPr marL="7140092" indent="-1020013" algn="r" defTabSz="4080053" rtl="1" eaLnBrk="1" latinLnBrk="0" hangingPunct="1">
        <a:lnSpc>
          <a:spcPct val="90000"/>
        </a:lnSpc>
        <a:spcBef>
          <a:spcPts val="2231"/>
        </a:spcBef>
        <a:buFont typeface="Arial" panose="020B0604020202020204" pitchFamily="34" charset="0"/>
        <a:buChar char="•"/>
        <a:defRPr sz="8032" kern="1200">
          <a:solidFill>
            <a:schemeClr val="tx1"/>
          </a:solidFill>
          <a:latin typeface="+mn-lt"/>
          <a:ea typeface="+mn-ea"/>
          <a:cs typeface="+mn-cs"/>
        </a:defRPr>
      </a:lvl4pPr>
      <a:lvl5pPr marL="9180119" indent="-1020013" algn="r" defTabSz="4080053" rtl="1" eaLnBrk="1" latinLnBrk="0" hangingPunct="1">
        <a:lnSpc>
          <a:spcPct val="90000"/>
        </a:lnSpc>
        <a:spcBef>
          <a:spcPts val="2231"/>
        </a:spcBef>
        <a:buFont typeface="Arial" panose="020B0604020202020204" pitchFamily="34" charset="0"/>
        <a:buChar char="•"/>
        <a:defRPr sz="8032" kern="1200">
          <a:solidFill>
            <a:schemeClr val="tx1"/>
          </a:solidFill>
          <a:latin typeface="+mn-lt"/>
          <a:ea typeface="+mn-ea"/>
          <a:cs typeface="+mn-cs"/>
        </a:defRPr>
      </a:lvl5pPr>
      <a:lvl6pPr marL="11220145" indent="-1020013" algn="r" defTabSz="4080053" rtl="1" eaLnBrk="1" latinLnBrk="0" hangingPunct="1">
        <a:lnSpc>
          <a:spcPct val="90000"/>
        </a:lnSpc>
        <a:spcBef>
          <a:spcPts val="2231"/>
        </a:spcBef>
        <a:buFont typeface="Arial" panose="020B0604020202020204" pitchFamily="34" charset="0"/>
        <a:buChar char="•"/>
        <a:defRPr sz="8032" kern="1200">
          <a:solidFill>
            <a:schemeClr val="tx1"/>
          </a:solidFill>
          <a:latin typeface="+mn-lt"/>
          <a:ea typeface="+mn-ea"/>
          <a:cs typeface="+mn-cs"/>
        </a:defRPr>
      </a:lvl6pPr>
      <a:lvl7pPr marL="13260172" indent="-1020013" algn="r" defTabSz="4080053" rtl="1" eaLnBrk="1" latinLnBrk="0" hangingPunct="1">
        <a:lnSpc>
          <a:spcPct val="90000"/>
        </a:lnSpc>
        <a:spcBef>
          <a:spcPts val="2231"/>
        </a:spcBef>
        <a:buFont typeface="Arial" panose="020B0604020202020204" pitchFamily="34" charset="0"/>
        <a:buChar char="•"/>
        <a:defRPr sz="8032" kern="1200">
          <a:solidFill>
            <a:schemeClr val="tx1"/>
          </a:solidFill>
          <a:latin typeface="+mn-lt"/>
          <a:ea typeface="+mn-ea"/>
          <a:cs typeface="+mn-cs"/>
        </a:defRPr>
      </a:lvl7pPr>
      <a:lvl8pPr marL="15300198" indent="-1020013" algn="r" defTabSz="4080053" rtl="1" eaLnBrk="1" latinLnBrk="0" hangingPunct="1">
        <a:lnSpc>
          <a:spcPct val="90000"/>
        </a:lnSpc>
        <a:spcBef>
          <a:spcPts val="2231"/>
        </a:spcBef>
        <a:buFont typeface="Arial" panose="020B0604020202020204" pitchFamily="34" charset="0"/>
        <a:buChar char="•"/>
        <a:defRPr sz="8032" kern="1200">
          <a:solidFill>
            <a:schemeClr val="tx1"/>
          </a:solidFill>
          <a:latin typeface="+mn-lt"/>
          <a:ea typeface="+mn-ea"/>
          <a:cs typeface="+mn-cs"/>
        </a:defRPr>
      </a:lvl8pPr>
      <a:lvl9pPr marL="17340224" indent="-1020013" algn="r" defTabSz="4080053" rtl="1" eaLnBrk="1" latinLnBrk="0" hangingPunct="1">
        <a:lnSpc>
          <a:spcPct val="90000"/>
        </a:lnSpc>
        <a:spcBef>
          <a:spcPts val="2231"/>
        </a:spcBef>
        <a:buFont typeface="Arial" panose="020B0604020202020204" pitchFamily="34" charset="0"/>
        <a:buChar char="•"/>
        <a:defRPr sz="8032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r" defTabSz="4080053" rtl="1" eaLnBrk="1" latinLnBrk="0" hangingPunct="1">
        <a:defRPr sz="8032" kern="1200">
          <a:solidFill>
            <a:schemeClr val="tx1"/>
          </a:solidFill>
          <a:latin typeface="+mn-lt"/>
          <a:ea typeface="+mn-ea"/>
          <a:cs typeface="+mn-cs"/>
        </a:defRPr>
      </a:lvl1pPr>
      <a:lvl2pPr marL="2040026" algn="r" defTabSz="4080053" rtl="1" eaLnBrk="1" latinLnBrk="0" hangingPunct="1">
        <a:defRPr sz="8032" kern="1200">
          <a:solidFill>
            <a:schemeClr val="tx1"/>
          </a:solidFill>
          <a:latin typeface="+mn-lt"/>
          <a:ea typeface="+mn-ea"/>
          <a:cs typeface="+mn-cs"/>
        </a:defRPr>
      </a:lvl2pPr>
      <a:lvl3pPr marL="4080053" algn="r" defTabSz="4080053" rtl="1" eaLnBrk="1" latinLnBrk="0" hangingPunct="1">
        <a:defRPr sz="8032" kern="1200">
          <a:solidFill>
            <a:schemeClr val="tx1"/>
          </a:solidFill>
          <a:latin typeface="+mn-lt"/>
          <a:ea typeface="+mn-ea"/>
          <a:cs typeface="+mn-cs"/>
        </a:defRPr>
      </a:lvl3pPr>
      <a:lvl4pPr marL="6120079" algn="r" defTabSz="4080053" rtl="1" eaLnBrk="1" latinLnBrk="0" hangingPunct="1">
        <a:defRPr sz="8032" kern="1200">
          <a:solidFill>
            <a:schemeClr val="tx1"/>
          </a:solidFill>
          <a:latin typeface="+mn-lt"/>
          <a:ea typeface="+mn-ea"/>
          <a:cs typeface="+mn-cs"/>
        </a:defRPr>
      </a:lvl4pPr>
      <a:lvl5pPr marL="8160106" algn="r" defTabSz="4080053" rtl="1" eaLnBrk="1" latinLnBrk="0" hangingPunct="1">
        <a:defRPr sz="8032" kern="1200">
          <a:solidFill>
            <a:schemeClr val="tx1"/>
          </a:solidFill>
          <a:latin typeface="+mn-lt"/>
          <a:ea typeface="+mn-ea"/>
          <a:cs typeface="+mn-cs"/>
        </a:defRPr>
      </a:lvl5pPr>
      <a:lvl6pPr marL="10200132" algn="r" defTabSz="4080053" rtl="1" eaLnBrk="1" latinLnBrk="0" hangingPunct="1">
        <a:defRPr sz="8032" kern="1200">
          <a:solidFill>
            <a:schemeClr val="tx1"/>
          </a:solidFill>
          <a:latin typeface="+mn-lt"/>
          <a:ea typeface="+mn-ea"/>
          <a:cs typeface="+mn-cs"/>
        </a:defRPr>
      </a:lvl6pPr>
      <a:lvl7pPr marL="12240158" algn="r" defTabSz="4080053" rtl="1" eaLnBrk="1" latinLnBrk="0" hangingPunct="1">
        <a:defRPr sz="8032" kern="1200">
          <a:solidFill>
            <a:schemeClr val="tx1"/>
          </a:solidFill>
          <a:latin typeface="+mn-lt"/>
          <a:ea typeface="+mn-ea"/>
          <a:cs typeface="+mn-cs"/>
        </a:defRPr>
      </a:lvl7pPr>
      <a:lvl8pPr marL="14280185" algn="r" defTabSz="4080053" rtl="1" eaLnBrk="1" latinLnBrk="0" hangingPunct="1">
        <a:defRPr sz="8032" kern="1200">
          <a:solidFill>
            <a:schemeClr val="tx1"/>
          </a:solidFill>
          <a:latin typeface="+mn-lt"/>
          <a:ea typeface="+mn-ea"/>
          <a:cs typeface="+mn-cs"/>
        </a:defRPr>
      </a:lvl8pPr>
      <a:lvl9pPr marL="16320211" algn="r" defTabSz="4080053" rtl="1" eaLnBrk="1" latinLnBrk="0" hangingPunct="1">
        <a:defRPr sz="8032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לבן 1"/>
          <p:cNvSpPr/>
          <p:nvPr/>
        </p:nvSpPr>
        <p:spPr>
          <a:xfrm>
            <a:off x="1557734" y="8811582"/>
            <a:ext cx="39364444" cy="124033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2880360">
              <a:defRPr/>
            </a:pPr>
            <a:r>
              <a:rPr lang="he-IL" sz="5000" dirty="0"/>
              <a:t>בקובץ זה תמצא/י מספר שקפים – עליך לבחור בתבנית המתאימה לפרויקט שלך ושפה שבה תרצה/י להכין את הפוסטר – </a:t>
            </a:r>
            <a:r>
              <a:rPr lang="he-IL" sz="5000" b="1" u="sng" dirty="0"/>
              <a:t>לא</a:t>
            </a:r>
            <a:r>
              <a:rPr lang="he-IL" sz="5000" b="1" dirty="0"/>
              <a:t> צריך להכין את הפוסטר בשתי השפות</a:t>
            </a:r>
            <a:r>
              <a:rPr lang="he-IL" sz="5000" dirty="0"/>
              <a:t>. </a:t>
            </a:r>
            <a:r>
              <a:rPr lang="he-IL" sz="5000" dirty="0">
                <a:highlight>
                  <a:srgbClr val="FFFF00"/>
                </a:highlight>
              </a:rPr>
              <a:t>פוסטרים </a:t>
            </a:r>
            <a:r>
              <a:rPr lang="he-IL" sz="5000" b="1" dirty="0">
                <a:highlight>
                  <a:srgbClr val="FFFF00"/>
                </a:highlight>
              </a:rPr>
              <a:t>פרויקטים מחקריים</a:t>
            </a:r>
            <a:r>
              <a:rPr lang="he-IL" sz="5000" dirty="0">
                <a:highlight>
                  <a:srgbClr val="FFFF00"/>
                </a:highlight>
              </a:rPr>
              <a:t> חייבים להיכתב בשפה </a:t>
            </a:r>
            <a:r>
              <a:rPr lang="he-IL" sz="5000" b="1" dirty="0">
                <a:highlight>
                  <a:srgbClr val="FFFF00"/>
                </a:highlight>
              </a:rPr>
              <a:t>האנגלית</a:t>
            </a:r>
            <a:r>
              <a:rPr lang="he-IL" sz="5000" dirty="0"/>
              <a:t>.</a:t>
            </a:r>
          </a:p>
          <a:p>
            <a:pPr defTabSz="2880360">
              <a:defRPr/>
            </a:pPr>
            <a:endParaRPr lang="he-IL" sz="5000" dirty="0"/>
          </a:p>
          <a:p>
            <a:pPr defTabSz="2880360">
              <a:defRPr/>
            </a:pPr>
            <a:r>
              <a:rPr lang="he-IL" sz="5000" dirty="0"/>
              <a:t>בתבנית הפוסטר מופיעות מספר תיבות טקסט הכוללות את פרטי הסטודנט, פרטי המרצה של קבוצת הפרויקטים, שם הפרויקט , תבנית המיועדת ללוגו של הלקוח (אם קיים) ומלל חופשי.</a:t>
            </a:r>
          </a:p>
          <a:p>
            <a:pPr defTabSz="2880360">
              <a:defRPr/>
            </a:pPr>
            <a:r>
              <a:rPr lang="he-IL" sz="5000" dirty="0"/>
              <a:t>עליך להשלים את הפרטים המבוקשים בתיבות (להסיר את הסוגרים כמובן) </a:t>
            </a:r>
            <a:r>
              <a:rPr lang="he-IL" sz="5000" u="sng" dirty="0"/>
              <a:t>ולהקפיד שלא לשנות את הצבע והגופן שנקבע בתיבה.</a:t>
            </a:r>
            <a:endParaRPr lang="he-IL" sz="5000" dirty="0"/>
          </a:p>
          <a:p>
            <a:pPr defTabSz="2880360">
              <a:defRPr/>
            </a:pPr>
            <a:endParaRPr lang="he-IL" sz="5000" dirty="0"/>
          </a:p>
          <a:p>
            <a:pPr defTabSz="2880360">
              <a:defRPr/>
            </a:pPr>
            <a:r>
              <a:rPr lang="he-IL" sz="5000" dirty="0"/>
              <a:t>ניתנת לך יד חופשית לעצב את הפוסטרים כרצונך – הקפד/י לכלול  את כל המידע המפורט. זכור/י: אין לשנות את מיקום תיבות הטקסט</a:t>
            </a:r>
          </a:p>
          <a:p>
            <a:pPr defTabSz="2880360">
              <a:defRPr/>
            </a:pPr>
            <a:endParaRPr lang="he-IL" sz="5000" dirty="0"/>
          </a:p>
          <a:p>
            <a:pPr defTabSz="2880360">
              <a:defRPr/>
            </a:pPr>
            <a:r>
              <a:rPr lang="he-IL" sz="5000" b="1" dirty="0">
                <a:solidFill>
                  <a:srgbClr val="FF0000"/>
                </a:solidFill>
              </a:rPr>
              <a:t>עליך לקבל את אישור המרצה על תוכן הפוסטר </a:t>
            </a:r>
            <a:r>
              <a:rPr lang="he-IL" sz="5000" b="1" dirty="0">
                <a:solidFill>
                  <a:srgbClr val="FF0000"/>
                </a:solidFill>
                <a:highlight>
                  <a:srgbClr val="FFFF00"/>
                </a:highlight>
              </a:rPr>
              <a:t>ובפרויקטים מסווגים (עבור לקוחות או פרויקטים מחקריים) יש לקבל גם את אישור הלקוח/החוקר ולהחתימם על ההצהרה בשקף 2.</a:t>
            </a:r>
            <a:endParaRPr lang="he-IL" sz="5000" b="1" dirty="0">
              <a:solidFill>
                <a:srgbClr val="FF0000"/>
              </a:solidFill>
            </a:endParaRPr>
          </a:p>
          <a:p>
            <a:pPr defTabSz="2880360">
              <a:defRPr/>
            </a:pPr>
            <a:endParaRPr lang="he-IL" sz="5000" b="1" dirty="0">
              <a:solidFill>
                <a:srgbClr val="FF0000"/>
              </a:solidFill>
            </a:endParaRPr>
          </a:p>
          <a:p>
            <a:pPr defTabSz="2880360">
              <a:defRPr/>
            </a:pPr>
            <a:r>
              <a:rPr lang="he-IL" sz="5000" dirty="0"/>
              <a:t>יש להשתמש בגופן מסוג  </a:t>
            </a:r>
            <a:r>
              <a:rPr lang="en-US" sz="5000" dirty="0"/>
              <a:t>Arial</a:t>
            </a:r>
            <a:r>
              <a:rPr lang="he-IL" sz="5000" dirty="0"/>
              <a:t> בלבד, גודל מינימלי של הגופן: 36 ובצבע שחור</a:t>
            </a:r>
          </a:p>
          <a:p>
            <a:pPr defTabSz="2880360">
              <a:defRPr/>
            </a:pPr>
            <a:endParaRPr lang="he-IL" sz="5000" dirty="0"/>
          </a:p>
          <a:p>
            <a:pPr defTabSz="2880360">
              <a:defRPr/>
            </a:pPr>
            <a:r>
              <a:rPr lang="he-IL" sz="5000" dirty="0"/>
              <a:t>בטרם תשמור/י את הפוסטר מחק/י את השקפים הלא רלבנטיים</a:t>
            </a:r>
          </a:p>
          <a:p>
            <a:pPr defTabSz="2880360">
              <a:defRPr/>
            </a:pPr>
            <a:endParaRPr lang="he-IL" sz="5000" dirty="0"/>
          </a:p>
        </p:txBody>
      </p:sp>
      <p:sp>
        <p:nvSpPr>
          <p:cNvPr id="14" name="כותרת 1"/>
          <p:cNvSpPr txBox="1">
            <a:spLocks/>
          </p:cNvSpPr>
          <p:nvPr/>
        </p:nvSpPr>
        <p:spPr>
          <a:xfrm>
            <a:off x="8679656" y="1255714"/>
            <a:ext cx="27660600" cy="2198687"/>
          </a:xfrm>
          <a:prstGeom prst="rect">
            <a:avLst/>
          </a:prstGeom>
        </p:spPr>
        <p:txBody>
          <a:bodyPr vert="horz" lIns="91440" tIns="45720" rIns="91440" bIns="45720" rtlCol="1" anchor="b">
            <a:normAutofit fontScale="67500" lnSpcReduction="20000"/>
          </a:bodyPr>
          <a:lstStyle>
            <a:lvl1pPr algn="ctr" defTabSz="3959992" rtl="1" eaLnBrk="1" latinLnBrk="0" hangingPunct="1">
              <a:lnSpc>
                <a:spcPct val="90000"/>
              </a:lnSpc>
              <a:spcBef>
                <a:spcPct val="0"/>
              </a:spcBef>
              <a:buNone/>
              <a:defRPr sz="25984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2880360">
              <a:defRPr/>
            </a:pPr>
            <a:r>
              <a:rPr lang="he-IL" dirty="0">
                <a:cs typeface="+mn-cs"/>
              </a:rPr>
              <a:t>הנחיות להכנת הפוסטר</a:t>
            </a:r>
          </a:p>
        </p:txBody>
      </p:sp>
    </p:spTree>
    <p:extLst>
      <p:ext uri="{BB962C8B-B14F-4D97-AF65-F5344CB8AC3E}">
        <p14:creationId xmlns:p14="http://schemas.microsoft.com/office/powerpoint/2010/main" val="5149654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officeArt object">
            <a:extLst>
              <a:ext uri="{FF2B5EF4-FFF2-40B4-BE49-F238E27FC236}">
                <a16:creationId xmlns:a16="http://schemas.microsoft.com/office/drawing/2014/main" id="{93BFE978-BDE5-9456-D2D9-5C56A81DFC3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044" b="25237"/>
          <a:stretch>
            <a:fillRect/>
          </a:stretch>
        </p:blipFill>
        <p:spPr bwMode="auto">
          <a:xfrm>
            <a:off x="10094705" y="0"/>
            <a:ext cx="32385208" cy="39724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תיבת טקסט 2">
            <a:extLst>
              <a:ext uri="{FF2B5EF4-FFF2-40B4-BE49-F238E27FC236}">
                <a16:creationId xmlns:a16="http://schemas.microsoft.com/office/drawing/2014/main" id="{B850C2CC-E3ED-1045-9423-2C1DED7C8873}"/>
              </a:ext>
            </a:extLst>
          </p:cNvPr>
          <p:cNvSpPr txBox="1"/>
          <p:nvPr/>
        </p:nvSpPr>
        <p:spPr>
          <a:xfrm>
            <a:off x="10094705" y="3620204"/>
            <a:ext cx="20845716" cy="233602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1"/>
            <a:r>
              <a:rPr lang="he-IL" sz="5400" dirty="0"/>
              <a:t>ההצהרה הבאה רלבנטית לפרויקטים שבוצעו עבור לקוחות חיצוניים  (בהם נחתם הסכם סודיות) או פרויקטים מחקריים. בפרויקטים בהם נחתם הסכם סודיות [בשם הפרויקט במערכת הפרויקטים מופיעה המחרוזת " </a:t>
            </a:r>
            <a:r>
              <a:rPr lang="he-IL" sz="5400" dirty="0">
                <a:solidFill>
                  <a:srgbClr val="FF0000"/>
                </a:solidFill>
              </a:rPr>
              <a:t>- (מ)</a:t>
            </a:r>
            <a:r>
              <a:rPr lang="he-IL" sz="5400" dirty="0"/>
              <a:t>" או שכתובה בו המילה </a:t>
            </a:r>
            <a:r>
              <a:rPr lang="he-IL" sz="5400" dirty="0">
                <a:solidFill>
                  <a:srgbClr val="FF0000"/>
                </a:solidFill>
              </a:rPr>
              <a:t>מסווג</a:t>
            </a:r>
            <a:r>
              <a:rPr lang="he-IL" sz="5400" dirty="0"/>
              <a:t>] </a:t>
            </a:r>
          </a:p>
          <a:p>
            <a:pPr algn="ctr" rtl="1"/>
            <a:endParaRPr lang="he-IL" sz="5400" b="1" u="sng" dirty="0"/>
          </a:p>
          <a:p>
            <a:pPr algn="ctr" rtl="1"/>
            <a:r>
              <a:rPr lang="he-IL" sz="5400" dirty="0"/>
              <a:t>באלו יש להחתים את הלקוח או את החוקר</a:t>
            </a:r>
          </a:p>
          <a:p>
            <a:pPr algn="ctr" rtl="1"/>
            <a:endParaRPr lang="he-IL" sz="5400" b="1" u="sng" dirty="0"/>
          </a:p>
          <a:p>
            <a:pPr algn="ctr" rtl="1"/>
            <a:endParaRPr lang="he-IL" sz="5400" b="1" u="sng" dirty="0"/>
          </a:p>
          <a:p>
            <a:pPr algn="ctr" rtl="1"/>
            <a:r>
              <a:rPr lang="he-IL" sz="5400" b="1" u="sng" dirty="0"/>
              <a:t>הצהרה</a:t>
            </a:r>
            <a:endParaRPr lang="en-US" sz="5400" b="1" u="sng" dirty="0"/>
          </a:p>
          <a:p>
            <a:pPr algn="ctr" rtl="1"/>
            <a:endParaRPr lang="he-IL" sz="5400" dirty="0"/>
          </a:p>
          <a:p>
            <a:pPr algn="ctr" rtl="1"/>
            <a:endParaRPr lang="en-US" sz="5400" dirty="0"/>
          </a:p>
          <a:p>
            <a:pPr algn="r" rtl="1"/>
            <a:r>
              <a:rPr lang="he-IL" sz="5400" dirty="0"/>
              <a:t>שם הלקוח/חוקר: ______________________</a:t>
            </a:r>
          </a:p>
          <a:p>
            <a:pPr algn="ctr" rtl="1"/>
            <a:endParaRPr lang="he-IL" sz="5400" dirty="0"/>
          </a:p>
          <a:p>
            <a:pPr algn="r" rtl="1"/>
            <a:endParaRPr lang="he-IL" sz="5400" dirty="0"/>
          </a:p>
          <a:p>
            <a:pPr algn="r" rtl="1"/>
            <a:r>
              <a:rPr lang="he-IL" sz="5400" dirty="0"/>
              <a:t>אני </a:t>
            </a:r>
            <a:r>
              <a:rPr lang="he-IL" sz="5400" u="sng" dirty="0"/>
              <a:t>______________</a:t>
            </a:r>
            <a:r>
              <a:rPr lang="he-IL" sz="5400" dirty="0"/>
              <a:t>_______________</a:t>
            </a:r>
          </a:p>
          <a:p>
            <a:pPr algn="r" rtl="1"/>
            <a:endParaRPr lang="he-IL" sz="5400" dirty="0"/>
          </a:p>
          <a:p>
            <a:pPr algn="r" rtl="1"/>
            <a:r>
              <a:rPr lang="he-IL" sz="5400" dirty="0"/>
              <a:t>מאשר שהתכנים שבפוסטר אינם מסווגים וידוע לי שהמכללה רשאית </a:t>
            </a:r>
            <a:r>
              <a:rPr lang="he-IL" sz="5400" b="1" dirty="0"/>
              <a:t>להציג את הפוסטר בתערוכות, בקטלוג פוסטרים ובכל פרסום אחר שתמצא לנכון</a:t>
            </a:r>
            <a:r>
              <a:rPr lang="he-IL" sz="5400" dirty="0"/>
              <a:t>.</a:t>
            </a:r>
          </a:p>
          <a:p>
            <a:pPr algn="r" rtl="1"/>
            <a:endParaRPr lang="he-IL" sz="5400" dirty="0"/>
          </a:p>
          <a:p>
            <a:pPr algn="r" rtl="1"/>
            <a:endParaRPr lang="he-IL" sz="5400" dirty="0"/>
          </a:p>
          <a:p>
            <a:pPr algn="r" rtl="1"/>
            <a:endParaRPr lang="he-IL" sz="5400" dirty="0"/>
          </a:p>
          <a:p>
            <a:pPr algn="r" rtl="1"/>
            <a:r>
              <a:rPr lang="he-IL" sz="5400" dirty="0"/>
              <a:t>חתימת מורשה חתימה מטעם הלקוח/החוקר: ______________</a:t>
            </a:r>
          </a:p>
          <a:p>
            <a:pPr algn="r" rtl="1"/>
            <a:endParaRPr lang="he-IL" sz="5400" dirty="0"/>
          </a:p>
          <a:p>
            <a:pPr algn="r" rtl="1"/>
            <a:endParaRPr lang="he-IL" sz="5400" dirty="0"/>
          </a:p>
          <a:p>
            <a:r>
              <a:rPr lang="he-IL" sz="5400" dirty="0"/>
              <a:t>חותמת הלקוח: _________________ תאריך: ______________</a:t>
            </a:r>
          </a:p>
          <a:p>
            <a:pPr algn="r" rtl="1"/>
            <a:endParaRPr lang="he-IL" sz="5400" dirty="0"/>
          </a:p>
          <a:p>
            <a:pPr algn="r" rtl="1"/>
            <a:endParaRPr lang="he-IL" sz="5400" dirty="0"/>
          </a:p>
        </p:txBody>
      </p:sp>
    </p:spTree>
    <p:extLst>
      <p:ext uri="{BB962C8B-B14F-4D97-AF65-F5344CB8AC3E}">
        <p14:creationId xmlns:p14="http://schemas.microsoft.com/office/powerpoint/2010/main" val="10110633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94A73F-EDBB-317F-254D-12E060B402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תמונה 7">
            <a:extLst>
              <a:ext uri="{FF2B5EF4-FFF2-40B4-BE49-F238E27FC236}">
                <a16:creationId xmlns:a16="http://schemas.microsoft.com/office/drawing/2014/main" id="{090FF297-7626-9D2F-E2AB-4B5239339E4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75" y="0"/>
            <a:ext cx="42467763" cy="3060065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FBE1152E-411F-DB74-5098-66DAA79E92C5}"/>
              </a:ext>
            </a:extLst>
          </p:cNvPr>
          <p:cNvSpPr txBox="1"/>
          <p:nvPr/>
        </p:nvSpPr>
        <p:spPr>
          <a:xfrm>
            <a:off x="4586651" y="476590"/>
            <a:ext cx="16208624" cy="2123658"/>
          </a:xfrm>
          <a:prstGeom prst="rect">
            <a:avLst/>
          </a:prstGeom>
          <a:noFill/>
        </p:spPr>
        <p:txBody>
          <a:bodyPr wrap="square" rtlCol="1" anchor="ctr" anchorCtr="0">
            <a:spAutoFit/>
          </a:bodyPr>
          <a:lstStyle/>
          <a:p>
            <a:r>
              <a:rPr lang="he-IL" sz="4400" b="1" dirty="0">
                <a:solidFill>
                  <a:schemeClr val="bg1"/>
                </a:solidFill>
              </a:rPr>
              <a:t>(שם פרטי של הסטודנט) (שם משפחה)(, סטודנטים נוספים)</a:t>
            </a:r>
          </a:p>
          <a:p>
            <a:r>
              <a:rPr lang="he-IL" sz="4400" b="1" dirty="0">
                <a:solidFill>
                  <a:schemeClr val="bg1"/>
                </a:solidFill>
              </a:rPr>
              <a:t>מנחה: (תואר) (שם פרטי) (שם משפחה)(, מנחים נוספים)</a:t>
            </a:r>
          </a:p>
          <a:p>
            <a:r>
              <a:rPr lang="he-IL" sz="4400" b="1" dirty="0">
                <a:solidFill>
                  <a:schemeClr val="bg1"/>
                </a:solidFill>
              </a:rPr>
              <a:t>לקוח: (אם יש – אם אין אז למחוק את השורה)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289EFA9-EFC0-FC48-8410-070FC0725911}"/>
              </a:ext>
            </a:extLst>
          </p:cNvPr>
          <p:cNvSpPr txBox="1"/>
          <p:nvPr/>
        </p:nvSpPr>
        <p:spPr>
          <a:xfrm>
            <a:off x="23886328" y="1030588"/>
            <a:ext cx="9410700" cy="156966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he-IL" sz="9600" b="1" dirty="0">
                <a:solidFill>
                  <a:schemeClr val="bg1"/>
                </a:solidFill>
              </a:rPr>
              <a:t>| מדעי הנתונים</a:t>
            </a:r>
          </a:p>
        </p:txBody>
      </p:sp>
      <p:sp>
        <p:nvSpPr>
          <p:cNvPr id="14" name="project_name">
            <a:extLst>
              <a:ext uri="{FF2B5EF4-FFF2-40B4-BE49-F238E27FC236}">
                <a16:creationId xmlns:a16="http://schemas.microsoft.com/office/drawing/2014/main" id="{7C3F75C3-E034-2F5D-1B7F-23C9487B2EA8}"/>
              </a:ext>
            </a:extLst>
          </p:cNvPr>
          <p:cNvSpPr txBox="1"/>
          <p:nvPr/>
        </p:nvSpPr>
        <p:spPr>
          <a:xfrm>
            <a:off x="21907500" y="3810000"/>
            <a:ext cx="17564100" cy="2123658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he-IL" sz="6600" b="1" dirty="0">
                <a:solidFill>
                  <a:srgbClr val="00381F"/>
                </a:solidFill>
              </a:rPr>
              <a:t>(שדה שם הפרויקט - גודל גופן 66 - ממורכז – </a:t>
            </a:r>
            <a:br>
              <a:rPr lang="en-US" sz="6600" b="1" dirty="0">
                <a:solidFill>
                  <a:srgbClr val="00381F"/>
                </a:solidFill>
              </a:rPr>
            </a:br>
            <a:r>
              <a:rPr lang="he-IL" sz="6600" b="1" dirty="0">
                <a:solidFill>
                  <a:srgbClr val="00381F"/>
                </a:solidFill>
              </a:rPr>
              <a:t>יכול לגלוש לשורה שניה)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536306C-2612-E428-41C8-B90335B23D45}"/>
              </a:ext>
            </a:extLst>
          </p:cNvPr>
          <p:cNvSpPr txBox="1"/>
          <p:nvPr/>
        </p:nvSpPr>
        <p:spPr>
          <a:xfrm>
            <a:off x="21907500" y="18528962"/>
            <a:ext cx="17564100" cy="10198437"/>
          </a:xfrm>
          <a:prstGeom prst="rect">
            <a:avLst/>
          </a:prstGeom>
          <a:noFill/>
        </p:spPr>
        <p:txBody>
          <a:bodyPr wrap="square" rtlCol="1">
            <a:noAutofit/>
          </a:bodyPr>
          <a:lstStyle/>
          <a:p>
            <a:r>
              <a:rPr lang="he-IL" sz="3600" dirty="0"/>
              <a:t>(המחשה חזותית – גודל גופן 36)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BC2EC6F-1095-60A3-69EC-FBD093A98ACC}"/>
              </a:ext>
            </a:extLst>
          </p:cNvPr>
          <p:cNvSpPr txBox="1"/>
          <p:nvPr/>
        </p:nvSpPr>
        <p:spPr>
          <a:xfrm>
            <a:off x="36325424" y="17261016"/>
            <a:ext cx="3146176" cy="923330"/>
          </a:xfrm>
          <a:prstGeom prst="rect">
            <a:avLst/>
          </a:prstGeom>
          <a:solidFill>
            <a:srgbClr val="00381F"/>
          </a:solidFill>
        </p:spPr>
        <p:txBody>
          <a:bodyPr wrap="square" rtlCol="1">
            <a:spAutoFit/>
          </a:bodyPr>
          <a:lstStyle/>
          <a:p>
            <a:pPr algn="just"/>
            <a:r>
              <a:rPr lang="he-IL" sz="5400" b="1" dirty="0">
                <a:solidFill>
                  <a:schemeClr val="bg1"/>
                </a:solidFill>
              </a:rPr>
              <a:t>2. פתרון</a:t>
            </a:r>
          </a:p>
        </p:txBody>
      </p:sp>
      <p:sp>
        <p:nvSpPr>
          <p:cNvPr id="5" name="מלבן 4">
            <a:extLst>
              <a:ext uri="{FF2B5EF4-FFF2-40B4-BE49-F238E27FC236}">
                <a16:creationId xmlns:a16="http://schemas.microsoft.com/office/drawing/2014/main" id="{56FB87F3-4489-5201-BE77-F7030930A2C9}"/>
              </a:ext>
            </a:extLst>
          </p:cNvPr>
          <p:cNvSpPr/>
          <p:nvPr/>
        </p:nvSpPr>
        <p:spPr>
          <a:xfrm>
            <a:off x="21640800" y="6228098"/>
            <a:ext cx="18144478" cy="1068830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35575EE-8117-69C5-9209-92300A87F6BB}"/>
              </a:ext>
            </a:extLst>
          </p:cNvPr>
          <p:cNvSpPr txBox="1"/>
          <p:nvPr/>
        </p:nvSpPr>
        <p:spPr>
          <a:xfrm>
            <a:off x="34496624" y="6623975"/>
            <a:ext cx="4974976" cy="923330"/>
          </a:xfrm>
          <a:prstGeom prst="rect">
            <a:avLst/>
          </a:prstGeom>
          <a:solidFill>
            <a:srgbClr val="00381F"/>
          </a:solidFill>
          <a:ln>
            <a:noFill/>
          </a:ln>
        </p:spPr>
        <p:txBody>
          <a:bodyPr wrap="square" rtlCol="1">
            <a:spAutoFit/>
          </a:bodyPr>
          <a:lstStyle/>
          <a:p>
            <a:pPr algn="just"/>
            <a:r>
              <a:rPr lang="he-IL" sz="5400" b="1" dirty="0">
                <a:solidFill>
                  <a:schemeClr val="bg1"/>
                </a:solidFill>
              </a:rPr>
              <a:t>1. תיאור הבעיה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237C18A-9B15-E49D-A3C2-0E8C435852CA}"/>
              </a:ext>
            </a:extLst>
          </p:cNvPr>
          <p:cNvSpPr txBox="1"/>
          <p:nvPr/>
        </p:nvSpPr>
        <p:spPr>
          <a:xfrm>
            <a:off x="21907500" y="7942324"/>
            <a:ext cx="17564100" cy="8440676"/>
          </a:xfrm>
          <a:prstGeom prst="rect">
            <a:avLst/>
          </a:prstGeom>
          <a:noFill/>
        </p:spPr>
        <p:txBody>
          <a:bodyPr wrap="square" rtlCol="1">
            <a:noAutofit/>
          </a:bodyPr>
          <a:lstStyle/>
          <a:p>
            <a:r>
              <a:rPr lang="he-IL" sz="3600" dirty="0"/>
              <a:t>(המחשה חזותית – גודל גופן 36)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EDDDC88-B5D7-147B-5571-BA94C35925DE}"/>
              </a:ext>
            </a:extLst>
          </p:cNvPr>
          <p:cNvSpPr txBox="1"/>
          <p:nvPr/>
        </p:nvSpPr>
        <p:spPr>
          <a:xfrm>
            <a:off x="2908175" y="4656702"/>
            <a:ext cx="17564100" cy="5043890"/>
          </a:xfrm>
          <a:prstGeom prst="rect">
            <a:avLst/>
          </a:prstGeom>
          <a:noFill/>
        </p:spPr>
        <p:txBody>
          <a:bodyPr wrap="square" rtlCol="1">
            <a:noAutofit/>
          </a:bodyPr>
          <a:lstStyle/>
          <a:p>
            <a:r>
              <a:rPr lang="he-IL" sz="3600" dirty="0"/>
              <a:t>(דיאגרמה – גודל גופן 36)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ABBB4EC-C26B-1F5E-DE16-A32389A369F8}"/>
              </a:ext>
            </a:extLst>
          </p:cNvPr>
          <p:cNvSpPr txBox="1"/>
          <p:nvPr/>
        </p:nvSpPr>
        <p:spPr>
          <a:xfrm>
            <a:off x="15497299" y="3514692"/>
            <a:ext cx="4974976" cy="923330"/>
          </a:xfrm>
          <a:prstGeom prst="rect">
            <a:avLst/>
          </a:prstGeom>
          <a:solidFill>
            <a:srgbClr val="00381F"/>
          </a:solidFill>
        </p:spPr>
        <p:txBody>
          <a:bodyPr wrap="square" rtlCol="1">
            <a:spAutoFit/>
          </a:bodyPr>
          <a:lstStyle/>
          <a:p>
            <a:pPr algn="just"/>
            <a:r>
              <a:rPr lang="he-IL" sz="5400" b="1" dirty="0">
                <a:solidFill>
                  <a:schemeClr val="bg1"/>
                </a:solidFill>
              </a:rPr>
              <a:t>3. הדאטה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099CB40E-C212-0280-4A09-70A784C11C36}"/>
              </a:ext>
            </a:extLst>
          </p:cNvPr>
          <p:cNvSpPr txBox="1"/>
          <p:nvPr/>
        </p:nvSpPr>
        <p:spPr>
          <a:xfrm>
            <a:off x="2908175" y="20057518"/>
            <a:ext cx="17564100" cy="6810272"/>
          </a:xfrm>
          <a:prstGeom prst="rect">
            <a:avLst/>
          </a:prstGeom>
          <a:noFill/>
        </p:spPr>
        <p:txBody>
          <a:bodyPr wrap="square" rtlCol="1">
            <a:noAutofit/>
          </a:bodyPr>
          <a:lstStyle/>
          <a:p>
            <a:r>
              <a:rPr lang="he-IL" sz="3600" dirty="0"/>
              <a:t>(נקודות מפתח – גודל גופן 36)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1011CC84-5F4D-C07C-0013-A58AD39FB8F4}"/>
              </a:ext>
            </a:extLst>
          </p:cNvPr>
          <p:cNvSpPr txBox="1"/>
          <p:nvPr/>
        </p:nvSpPr>
        <p:spPr>
          <a:xfrm>
            <a:off x="15027524" y="18915506"/>
            <a:ext cx="5444751" cy="923330"/>
          </a:xfrm>
          <a:prstGeom prst="rect">
            <a:avLst/>
          </a:prstGeom>
          <a:solidFill>
            <a:srgbClr val="00381F"/>
          </a:solidFill>
        </p:spPr>
        <p:txBody>
          <a:bodyPr wrap="square" rtlCol="1">
            <a:spAutoFit/>
          </a:bodyPr>
          <a:lstStyle/>
          <a:p>
            <a:pPr algn="just"/>
            <a:r>
              <a:rPr lang="he-IL" sz="5400" b="1" dirty="0">
                <a:solidFill>
                  <a:schemeClr val="bg1"/>
                </a:solidFill>
              </a:rPr>
              <a:t>5. תוצאות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CF4056A-3730-DEF4-59F1-FA3D137B6FD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45224" y="27266629"/>
            <a:ext cx="12252076" cy="17543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57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 sz="57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 sz="57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 sz="57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 sz="57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defTabSz="2879725" eaLnBrk="0" fontAlgn="base" hangingPunct="0">
              <a:spcBef>
                <a:spcPct val="0"/>
              </a:spcBef>
              <a:spcAft>
                <a:spcPct val="0"/>
              </a:spcAft>
              <a:defRPr sz="57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defTabSz="2879725" eaLnBrk="0" fontAlgn="base" hangingPunct="0">
              <a:spcBef>
                <a:spcPct val="0"/>
              </a:spcBef>
              <a:spcAft>
                <a:spcPct val="0"/>
              </a:spcAft>
              <a:defRPr sz="57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defTabSz="2879725" eaLnBrk="0" fontAlgn="base" hangingPunct="0">
              <a:spcBef>
                <a:spcPct val="0"/>
              </a:spcBef>
              <a:spcAft>
                <a:spcPct val="0"/>
              </a:spcAft>
              <a:defRPr sz="57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defTabSz="2879725" eaLnBrk="0" fontAlgn="base" hangingPunct="0">
              <a:spcBef>
                <a:spcPct val="0"/>
              </a:spcBef>
              <a:spcAft>
                <a:spcPct val="0"/>
              </a:spcAft>
              <a:defRPr sz="57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eaLnBrk="1" hangingPunct="1"/>
            <a:r>
              <a:rPr lang="he-IL" sz="3600" dirty="0">
                <a:latin typeface="+mn-lt"/>
                <a:cs typeface="+mn-cs"/>
              </a:rPr>
              <a:t>אזור זה מיועד לשם הלקוח והלוגו שלו (אם קיים) – יש לקבל אישור הלקוח לשימוש בלוגו – אם אין לוגו תוכל להגדיל במספר שורות את תיבת המלל החופשי שמעל על חשבון תיבה זו</a:t>
            </a:r>
          </a:p>
        </p:txBody>
      </p:sp>
      <p:sp>
        <p:nvSpPr>
          <p:cNvPr id="10" name="מלבן 9">
            <a:extLst>
              <a:ext uri="{FF2B5EF4-FFF2-40B4-BE49-F238E27FC236}">
                <a16:creationId xmlns:a16="http://schemas.microsoft.com/office/drawing/2014/main" id="{58AB9F69-A00C-0DEC-3FC8-CF6A8928A945}"/>
              </a:ext>
            </a:extLst>
          </p:cNvPr>
          <p:cNvSpPr/>
          <p:nvPr/>
        </p:nvSpPr>
        <p:spPr>
          <a:xfrm>
            <a:off x="2598936" y="9989542"/>
            <a:ext cx="18144478" cy="853942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marL="0" algn="ctr" defTabSz="3507821" rtl="0" eaLnBrk="1" latinLnBrk="0" hangingPunct="1"/>
            <a:endParaRPr lang="he-IL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E09D17B-7D83-DCAB-AA43-0F6EAC72C5EE}"/>
              </a:ext>
            </a:extLst>
          </p:cNvPr>
          <p:cNvSpPr txBox="1"/>
          <p:nvPr/>
        </p:nvSpPr>
        <p:spPr>
          <a:xfrm>
            <a:off x="3060575" y="11686997"/>
            <a:ext cx="17564100" cy="6673905"/>
          </a:xfrm>
          <a:prstGeom prst="rect">
            <a:avLst/>
          </a:prstGeom>
          <a:noFill/>
        </p:spPr>
        <p:txBody>
          <a:bodyPr wrap="square" rtlCol="1">
            <a:noAutofit/>
          </a:bodyPr>
          <a:lstStyle/>
          <a:p>
            <a:r>
              <a:rPr lang="he-IL" sz="3600" dirty="0"/>
              <a:t>(דיאגרמה – גודל גופן 36)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1A4F1C9-A278-C122-4EC0-035A3F1580D7}"/>
              </a:ext>
            </a:extLst>
          </p:cNvPr>
          <p:cNvSpPr txBox="1"/>
          <p:nvPr/>
        </p:nvSpPr>
        <p:spPr>
          <a:xfrm>
            <a:off x="15179924" y="10440726"/>
            <a:ext cx="5444751" cy="923330"/>
          </a:xfrm>
          <a:prstGeom prst="rect">
            <a:avLst/>
          </a:prstGeom>
          <a:solidFill>
            <a:srgbClr val="00381F"/>
          </a:solidFill>
        </p:spPr>
        <p:txBody>
          <a:bodyPr wrap="square" rtlCol="1">
            <a:spAutoFit/>
          </a:bodyPr>
          <a:lstStyle/>
          <a:p>
            <a:pPr algn="just"/>
            <a:r>
              <a:rPr lang="he-IL" sz="5400" b="1" dirty="0">
                <a:solidFill>
                  <a:schemeClr val="bg1"/>
                </a:solidFill>
              </a:rPr>
              <a:t>המודל</a:t>
            </a:r>
          </a:p>
        </p:txBody>
      </p:sp>
    </p:spTree>
    <p:extLst>
      <p:ext uri="{BB962C8B-B14F-4D97-AF65-F5344CB8AC3E}">
        <p14:creationId xmlns:p14="http://schemas.microsoft.com/office/powerpoint/2010/main" val="2638831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תמונה 11">
            <a:extLst>
              <a:ext uri="{FF2B5EF4-FFF2-40B4-BE49-F238E27FC236}">
                <a16:creationId xmlns:a16="http://schemas.microsoft.com/office/drawing/2014/main" id="{BA161807-1273-8C71-35F3-320F48592E6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14" y="0"/>
            <a:ext cx="42472685" cy="30600650"/>
          </a:xfrm>
          <a:prstGeom prst="rect">
            <a:avLst/>
          </a:prstGeom>
        </p:spPr>
      </p:pic>
      <p:sp>
        <p:nvSpPr>
          <p:cNvPr id="4" name="project_name"/>
          <p:cNvSpPr txBox="1"/>
          <p:nvPr/>
        </p:nvSpPr>
        <p:spPr>
          <a:xfrm>
            <a:off x="3048000" y="3645486"/>
            <a:ext cx="17564100" cy="2123658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l" rtl="0"/>
            <a:r>
              <a:rPr lang="en-US" sz="6600" b="1" dirty="0">
                <a:solidFill>
                  <a:srgbClr val="00381F"/>
                </a:solidFill>
              </a:rPr>
              <a:t>(Project name – font size 66 - centered</a:t>
            </a:r>
            <a:r>
              <a:rPr lang="he-IL" sz="6600" b="1" dirty="0">
                <a:solidFill>
                  <a:srgbClr val="00381F"/>
                </a:solidFill>
              </a:rPr>
              <a:t> </a:t>
            </a:r>
            <a:br>
              <a:rPr lang="en-US" sz="6600" b="1" dirty="0">
                <a:solidFill>
                  <a:srgbClr val="00381F"/>
                </a:solidFill>
              </a:rPr>
            </a:br>
            <a:r>
              <a:rPr lang="he-IL" sz="6600" b="1" dirty="0">
                <a:solidFill>
                  <a:srgbClr val="00381F"/>
                </a:solidFill>
              </a:rPr>
              <a:t>יכול לגלוש לשורה שניה</a:t>
            </a:r>
            <a:r>
              <a:rPr lang="en-US" sz="6600" b="1" dirty="0">
                <a:solidFill>
                  <a:srgbClr val="00381F"/>
                </a:solidFill>
              </a:rPr>
              <a:t>)</a:t>
            </a:r>
            <a:endParaRPr lang="he-IL" sz="6600" b="1" dirty="0">
              <a:solidFill>
                <a:srgbClr val="00381F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21574669" y="483475"/>
            <a:ext cx="16208624" cy="2123658"/>
          </a:xfrm>
          <a:prstGeom prst="rect">
            <a:avLst/>
          </a:prstGeom>
          <a:noFill/>
        </p:spPr>
        <p:txBody>
          <a:bodyPr wrap="square" rtlCol="1" anchor="ctr" anchorCtr="0">
            <a:spAutoFit/>
          </a:bodyPr>
          <a:lstStyle/>
          <a:p>
            <a:pPr algn="l" rtl="0"/>
            <a:r>
              <a:rPr lang="en-US" sz="4400" b="1" dirty="0">
                <a:solidFill>
                  <a:schemeClr val="bg1"/>
                </a:solidFill>
              </a:rPr>
              <a:t>(student’s first name) (last name)(, other students)</a:t>
            </a:r>
            <a:endParaRPr lang="he-IL" sz="4400" b="1" dirty="0">
              <a:solidFill>
                <a:schemeClr val="bg1"/>
              </a:solidFill>
            </a:endParaRPr>
          </a:p>
          <a:p>
            <a:pPr algn="l" rtl="0"/>
            <a:r>
              <a:rPr lang="en-US" sz="4400" b="1" dirty="0">
                <a:solidFill>
                  <a:schemeClr val="bg1"/>
                </a:solidFill>
              </a:rPr>
              <a:t>Advisor: (degree) (first name) (last name)(, other advisors)</a:t>
            </a:r>
          </a:p>
          <a:p>
            <a:pPr algn="l" rtl="0"/>
            <a:r>
              <a:rPr lang="en-US" sz="4400" b="1" dirty="0">
                <a:solidFill>
                  <a:schemeClr val="bg1"/>
                </a:solidFill>
              </a:rPr>
              <a:t>Client: </a:t>
            </a:r>
            <a:r>
              <a:rPr lang="he-IL" sz="4400" b="1" dirty="0">
                <a:solidFill>
                  <a:schemeClr val="bg1"/>
                </a:solidFill>
              </a:rPr>
              <a:t>(אם יש – אם אין אז למחוק את השורה)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5699" y="950943"/>
            <a:ext cx="11479213" cy="1384995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l" rtl="0"/>
            <a:r>
              <a:rPr lang="en-US" sz="8400" b="1" dirty="0">
                <a:solidFill>
                  <a:schemeClr val="bg1"/>
                </a:solidFill>
              </a:rPr>
              <a:t>| Data Science</a:t>
            </a:r>
            <a:endParaRPr lang="he-IL" sz="8400" b="1" dirty="0">
              <a:solidFill>
                <a:schemeClr val="bg1"/>
              </a:solidFill>
            </a:endParaRPr>
          </a:p>
        </p:txBody>
      </p:sp>
      <p:sp>
        <p:nvSpPr>
          <p:cNvPr id="10" name="TextBox 9"/>
          <p:cNvSpPr txBox="1">
            <a:spLocks noChangeArrowheads="1"/>
          </p:cNvSpPr>
          <p:nvPr/>
        </p:nvSpPr>
        <p:spPr bwMode="auto">
          <a:xfrm>
            <a:off x="27354787" y="27205763"/>
            <a:ext cx="12252076" cy="17543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57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 sz="57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 sz="57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 sz="57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 sz="57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defTabSz="2879725" eaLnBrk="0" fontAlgn="base" hangingPunct="0">
              <a:spcBef>
                <a:spcPct val="0"/>
              </a:spcBef>
              <a:spcAft>
                <a:spcPct val="0"/>
              </a:spcAft>
              <a:defRPr sz="57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defTabSz="2879725" eaLnBrk="0" fontAlgn="base" hangingPunct="0">
              <a:spcBef>
                <a:spcPct val="0"/>
              </a:spcBef>
              <a:spcAft>
                <a:spcPct val="0"/>
              </a:spcAft>
              <a:defRPr sz="57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defTabSz="2879725" eaLnBrk="0" fontAlgn="base" hangingPunct="0">
              <a:spcBef>
                <a:spcPct val="0"/>
              </a:spcBef>
              <a:spcAft>
                <a:spcPct val="0"/>
              </a:spcAft>
              <a:defRPr sz="57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defTabSz="2879725" eaLnBrk="0" fontAlgn="base" hangingPunct="0">
              <a:spcBef>
                <a:spcPct val="0"/>
              </a:spcBef>
              <a:spcAft>
                <a:spcPct val="0"/>
              </a:spcAft>
              <a:defRPr sz="57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eaLnBrk="1" hangingPunct="1"/>
            <a:r>
              <a:rPr lang="he-IL" sz="3600" dirty="0"/>
              <a:t>אזור זה מיועד לשם הלקוח והלוגו שלו (אם קיים) – יש לקבל אישור הלקוח לשימוש בלוגו – אם אין לוגו תוכל להגדיל במספר שורות את תיבת המלל החופשי שמעל על חשבון תיבה זו</a:t>
            </a:r>
          </a:p>
        </p:txBody>
      </p:sp>
      <p:sp>
        <p:nvSpPr>
          <p:cNvPr id="6" name="מלבן 5">
            <a:extLst>
              <a:ext uri="{FF2B5EF4-FFF2-40B4-BE49-F238E27FC236}">
                <a16:creationId xmlns:a16="http://schemas.microsoft.com/office/drawing/2014/main" id="{F6927D4A-435A-2492-9A35-134368585E70}"/>
              </a:ext>
            </a:extLst>
          </p:cNvPr>
          <p:cNvSpPr/>
          <p:nvPr/>
        </p:nvSpPr>
        <p:spPr>
          <a:xfrm>
            <a:off x="2621972" y="6071261"/>
            <a:ext cx="18144478" cy="1156903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marL="0" algn="ctr" defTabSz="3507821" rtl="0" eaLnBrk="1" latinLnBrk="0" hangingPunct="1"/>
            <a:endParaRPr lang="he-IL" dirty="0"/>
          </a:p>
        </p:txBody>
      </p:sp>
      <p:sp>
        <p:nvSpPr>
          <p:cNvPr id="56" name="TextBox 20">
            <a:extLst>
              <a:ext uri="{FF2B5EF4-FFF2-40B4-BE49-F238E27FC236}">
                <a16:creationId xmlns:a16="http://schemas.microsoft.com/office/drawing/2014/main" id="{76687B07-F429-49C3-B166-474DA87517D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926163" y="3534756"/>
            <a:ext cx="5315337" cy="771005"/>
          </a:xfrm>
          <a:prstGeom prst="rect">
            <a:avLst/>
          </a:prstGeom>
          <a:solidFill>
            <a:srgbClr val="00381F"/>
          </a:solidFill>
          <a:ln>
            <a:noFill/>
          </a:ln>
        </p:spPr>
        <p:txBody>
          <a:bodyPr wrap="square" lIns="92984" tIns="46494" rIns="92984" bIns="46494">
            <a:spAutoFit/>
          </a:bodyPr>
          <a:lstStyle/>
          <a:p>
            <a:pPr algn="l" rtl="0"/>
            <a:r>
              <a:rPr lang="en-US" altLang="he-IL" sz="4400" b="1" dirty="0">
                <a:solidFill>
                  <a:schemeClr val="bg1"/>
                </a:solidFill>
                <a:latin typeface="Arial" panose="020B0604020202020204" pitchFamily="34" charset="0"/>
              </a:rPr>
              <a:t>3. The Data</a:t>
            </a:r>
            <a:endParaRPr lang="he-IL" altLang="he-IL" sz="4400" b="1" dirty="0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sp>
        <p:nvSpPr>
          <p:cNvPr id="58" name="TextBox 20">
            <a:extLst>
              <a:ext uri="{FF2B5EF4-FFF2-40B4-BE49-F238E27FC236}">
                <a16:creationId xmlns:a16="http://schemas.microsoft.com/office/drawing/2014/main" id="{AC7864FE-02EF-4DD2-A8E4-EDB9F8EEC63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926163" y="18695645"/>
            <a:ext cx="7220338" cy="771005"/>
          </a:xfrm>
          <a:prstGeom prst="rect">
            <a:avLst/>
          </a:prstGeom>
          <a:solidFill>
            <a:srgbClr val="00381F"/>
          </a:solidFill>
          <a:ln>
            <a:noFill/>
          </a:ln>
        </p:spPr>
        <p:txBody>
          <a:bodyPr wrap="square" lIns="92984" tIns="46494" rIns="92984" bIns="46494">
            <a:spAutoFit/>
          </a:bodyPr>
          <a:lstStyle/>
          <a:p>
            <a:pPr algn="l" rtl="0"/>
            <a:r>
              <a:rPr lang="en-US" altLang="he-IL" sz="4400" b="1" dirty="0">
                <a:solidFill>
                  <a:schemeClr val="bg1"/>
                </a:solidFill>
                <a:latin typeface="Arial" panose="020B0604020202020204" pitchFamily="34" charset="0"/>
              </a:rPr>
              <a:t>5. Results</a:t>
            </a:r>
            <a:endParaRPr lang="he-IL" altLang="he-IL" sz="4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802BF110-5A05-41C2-A432-337BFFC971F1}"/>
              </a:ext>
            </a:extLst>
          </p:cNvPr>
          <p:cNvSpPr txBox="1"/>
          <p:nvPr/>
        </p:nvSpPr>
        <p:spPr>
          <a:xfrm>
            <a:off x="21867815" y="4596585"/>
            <a:ext cx="17739048" cy="5974451"/>
          </a:xfrm>
          <a:prstGeom prst="rect">
            <a:avLst/>
          </a:prstGeom>
          <a:noFill/>
        </p:spPr>
        <p:txBody>
          <a:bodyPr wrap="square" rtlCol="1">
            <a:noAutofit/>
          </a:bodyPr>
          <a:lstStyle/>
          <a:p>
            <a:pPr algn="l"/>
            <a:r>
              <a:rPr lang="he-IL" sz="3600" dirty="0"/>
              <a:t>(דיאגרמה – גודל גופן 36)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A6CEF51B-C266-4F90-8D42-445D16647823}"/>
              </a:ext>
            </a:extLst>
          </p:cNvPr>
          <p:cNvSpPr txBox="1"/>
          <p:nvPr/>
        </p:nvSpPr>
        <p:spPr>
          <a:xfrm>
            <a:off x="21926163" y="19697033"/>
            <a:ext cx="17739048" cy="7176149"/>
          </a:xfrm>
          <a:prstGeom prst="rect">
            <a:avLst/>
          </a:prstGeom>
          <a:noFill/>
        </p:spPr>
        <p:txBody>
          <a:bodyPr wrap="square" rtlCol="1">
            <a:noAutofit/>
          </a:bodyPr>
          <a:lstStyle/>
          <a:p>
            <a:pPr algn="l"/>
            <a:r>
              <a:rPr lang="he-IL" sz="3600" dirty="0"/>
              <a:t>(נקודות מפתח – גודל גופן 36)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6CFB8D69-6F6D-40CB-8808-E623B50D45EC}"/>
              </a:ext>
            </a:extLst>
          </p:cNvPr>
          <p:cNvSpPr txBox="1"/>
          <p:nvPr/>
        </p:nvSpPr>
        <p:spPr>
          <a:xfrm>
            <a:off x="2814703" y="7381620"/>
            <a:ext cx="17739048" cy="771005"/>
          </a:xfrm>
          <a:prstGeom prst="rect">
            <a:avLst/>
          </a:prstGeom>
          <a:noFill/>
        </p:spPr>
        <p:txBody>
          <a:bodyPr wrap="square" rtlCol="1">
            <a:noAutofit/>
          </a:bodyPr>
          <a:lstStyle/>
          <a:p>
            <a:pPr algn="l"/>
            <a:r>
              <a:rPr lang="he-IL" sz="3600" dirty="0"/>
              <a:t>(המחשה חזותית – גודל גופן 36)</a:t>
            </a:r>
          </a:p>
        </p:txBody>
      </p:sp>
      <p:sp>
        <p:nvSpPr>
          <p:cNvPr id="51" name="TextBox 20">
            <a:extLst>
              <a:ext uri="{FF2B5EF4-FFF2-40B4-BE49-F238E27FC236}">
                <a16:creationId xmlns:a16="http://schemas.microsoft.com/office/drawing/2014/main" id="{4EB9C99F-BB9B-4935-8FB9-6A1DAEFAB9C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14703" y="6468268"/>
            <a:ext cx="6557897" cy="771005"/>
          </a:xfrm>
          <a:prstGeom prst="rect">
            <a:avLst/>
          </a:prstGeom>
          <a:solidFill>
            <a:srgbClr val="00381F"/>
          </a:solidFill>
          <a:ln>
            <a:noFill/>
          </a:ln>
        </p:spPr>
        <p:txBody>
          <a:bodyPr wrap="square" lIns="92984" tIns="46494" rIns="92984" bIns="46494">
            <a:spAutoFit/>
          </a:bodyPr>
          <a:lstStyle/>
          <a:p>
            <a:pPr algn="l" rtl="0"/>
            <a:r>
              <a:rPr lang="en-US" altLang="he-IL" sz="4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1.</a:t>
            </a:r>
            <a:r>
              <a:rPr lang="he-IL" altLang="he-IL" sz="4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he-IL" sz="4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Problem description</a:t>
            </a:r>
            <a:endParaRPr lang="he-IL" altLang="he-IL" sz="4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2" name="TextBox 20">
            <a:extLst>
              <a:ext uri="{FF2B5EF4-FFF2-40B4-BE49-F238E27FC236}">
                <a16:creationId xmlns:a16="http://schemas.microsoft.com/office/drawing/2014/main" id="{63F4EE00-8DED-4E07-841A-E42E45DE8A2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14702" y="18057710"/>
            <a:ext cx="4538597" cy="771005"/>
          </a:xfrm>
          <a:prstGeom prst="rect">
            <a:avLst/>
          </a:prstGeom>
          <a:solidFill>
            <a:srgbClr val="00381F"/>
          </a:solidFill>
          <a:ln>
            <a:noFill/>
          </a:ln>
        </p:spPr>
        <p:txBody>
          <a:bodyPr wrap="square" lIns="92984" tIns="46494" rIns="92984" bIns="46494">
            <a:spAutoFit/>
          </a:bodyPr>
          <a:lstStyle/>
          <a:p>
            <a:pPr algn="l" rtl="0"/>
            <a:r>
              <a:rPr lang="en-US" altLang="he-IL" sz="4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2. The Solution</a:t>
            </a:r>
            <a:endParaRPr lang="he-IL" altLang="he-IL" sz="4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44991587-8DDB-4737-86A9-ECA34CE987EB}"/>
              </a:ext>
            </a:extLst>
          </p:cNvPr>
          <p:cNvSpPr txBox="1"/>
          <p:nvPr/>
        </p:nvSpPr>
        <p:spPr>
          <a:xfrm>
            <a:off x="2814703" y="18949848"/>
            <a:ext cx="1770639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he-IL" sz="3600" dirty="0"/>
              <a:t>(המחשה חזותית – גודל גופן 36)</a:t>
            </a:r>
          </a:p>
        </p:txBody>
      </p:sp>
      <p:sp>
        <p:nvSpPr>
          <p:cNvPr id="9" name="מלבן 5">
            <a:extLst>
              <a:ext uri="{FF2B5EF4-FFF2-40B4-BE49-F238E27FC236}">
                <a16:creationId xmlns:a16="http://schemas.microsoft.com/office/drawing/2014/main" id="{6B70BDE5-DA7A-D4DE-E1AE-808E80D4AFED}"/>
              </a:ext>
            </a:extLst>
          </p:cNvPr>
          <p:cNvSpPr/>
          <p:nvPr/>
        </p:nvSpPr>
        <p:spPr>
          <a:xfrm>
            <a:off x="21579210" y="10903617"/>
            <a:ext cx="18144478" cy="748543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marL="0" algn="ctr" defTabSz="3507821" rtl="0" eaLnBrk="1" latinLnBrk="0" hangingPunct="1"/>
            <a:endParaRPr lang="he-IL" dirty="0"/>
          </a:p>
        </p:txBody>
      </p:sp>
      <p:sp>
        <p:nvSpPr>
          <p:cNvPr id="3" name="TextBox 20">
            <a:extLst>
              <a:ext uri="{FF2B5EF4-FFF2-40B4-BE49-F238E27FC236}">
                <a16:creationId xmlns:a16="http://schemas.microsoft.com/office/drawing/2014/main" id="{BEF50999-3066-4C14-19E6-467F5CA2494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118319" y="11479439"/>
            <a:ext cx="5315337" cy="771005"/>
          </a:xfrm>
          <a:prstGeom prst="rect">
            <a:avLst/>
          </a:prstGeom>
          <a:solidFill>
            <a:srgbClr val="00381F"/>
          </a:solidFill>
          <a:ln>
            <a:noFill/>
          </a:ln>
        </p:spPr>
        <p:txBody>
          <a:bodyPr wrap="square" lIns="92984" tIns="46494" rIns="92984" bIns="46494">
            <a:spAutoFit/>
          </a:bodyPr>
          <a:lstStyle/>
          <a:p>
            <a:pPr algn="l" rtl="0"/>
            <a:r>
              <a:rPr lang="en-US" altLang="he-IL" sz="4400" b="1" dirty="0">
                <a:solidFill>
                  <a:schemeClr val="bg1"/>
                </a:solidFill>
                <a:latin typeface="Arial" panose="020B0604020202020204" pitchFamily="34" charset="0"/>
              </a:rPr>
              <a:t>4. The Model</a:t>
            </a:r>
            <a:endParaRPr lang="he-IL" altLang="he-IL" sz="4400" b="1" dirty="0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sp>
        <p:nvSpPr>
          <p:cNvPr id="13" name="TextBox 75">
            <a:extLst>
              <a:ext uri="{FF2B5EF4-FFF2-40B4-BE49-F238E27FC236}">
                <a16:creationId xmlns:a16="http://schemas.microsoft.com/office/drawing/2014/main" id="{41F56636-FBC0-CD2B-B5BD-A5CB7A377D31}"/>
              </a:ext>
            </a:extLst>
          </p:cNvPr>
          <p:cNvSpPr txBox="1"/>
          <p:nvPr/>
        </p:nvSpPr>
        <p:spPr>
          <a:xfrm>
            <a:off x="21984640" y="12557036"/>
            <a:ext cx="17739048" cy="5499435"/>
          </a:xfrm>
          <a:prstGeom prst="rect">
            <a:avLst/>
          </a:prstGeom>
          <a:noFill/>
        </p:spPr>
        <p:txBody>
          <a:bodyPr wrap="square" rtlCol="1">
            <a:noAutofit/>
          </a:bodyPr>
          <a:lstStyle/>
          <a:p>
            <a:pPr algn="l"/>
            <a:r>
              <a:rPr lang="he-IL" sz="3600" dirty="0"/>
              <a:t>(דיאגרמה – גודל גופן 36)</a:t>
            </a:r>
          </a:p>
        </p:txBody>
      </p:sp>
    </p:spTree>
    <p:extLst>
      <p:ext uri="{BB962C8B-B14F-4D97-AF65-F5344CB8AC3E}">
        <p14:creationId xmlns:p14="http://schemas.microsoft.com/office/powerpoint/2010/main" val="3124853156"/>
      </p:ext>
    </p:extLst>
  </p:cSld>
  <p:clrMapOvr>
    <a:masterClrMapping/>
  </p:clrMapOvr>
</p:sld>
</file>

<file path=ppt/theme/theme1.xml><?xml version="1.0" encoding="utf-8"?>
<a:theme xmlns:a="http://schemas.openxmlformats.org/drawingml/2006/main" name="ערכת נושא Office">
  <a:themeElements>
    <a:clrScheme name="ערכת נושא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ערכת נושא 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ערכת נושא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f2b37368-257b-4467-96dd-af1b91bef81d">
      <Terms xmlns="http://schemas.microsoft.com/office/infopath/2007/PartnerControls"/>
    </lcf76f155ced4ddcb4097134ff3c332f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מסמך" ma:contentTypeID="0x01010033D1BC521E164344898D0297273D2D99" ma:contentTypeVersion="13" ma:contentTypeDescription="צור מסמך חדש." ma:contentTypeScope="" ma:versionID="d07e7557d0b779ae54f464411e66bcaf">
  <xsd:schema xmlns:xsd="http://www.w3.org/2001/XMLSchema" xmlns:xs="http://www.w3.org/2001/XMLSchema" xmlns:p="http://schemas.microsoft.com/office/2006/metadata/properties" xmlns:ns2="f2b37368-257b-4467-96dd-af1b91bef81d" targetNamespace="http://schemas.microsoft.com/office/2006/metadata/properties" ma:root="true" ma:fieldsID="81bcb2496a40790a8a4c2e20fc446db6" ns2:_="">
    <xsd:import namespace="f2b37368-257b-4467-96dd-af1b91bef81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lcf76f155ced4ddcb4097134ff3c332f" minOccurs="0"/>
                <xsd:element ref="ns2:MediaServiceDateTaken" minOccurs="0"/>
                <xsd:element ref="ns2:MediaServiceLocation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LengthInSecond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2b37368-257b-4467-96dd-af1b91bef81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תגיות תמונה" ma:readOnly="false" ma:fieldId="{5cf76f15-5ced-4ddc-b409-7134ff3c332f}" ma:taxonomyMulti="true" ma:sspId="a23233a5-b502-48c3-b4b5-6955fd0d7d0d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4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Location" ma:index="15" nillable="true" ma:displayName="Location" ma:indexed="true" ma:internalName="MediaServiceLocation" ma:readOnly="true">
      <xsd:simpleType>
        <xsd:restriction base="dms:Text"/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  <xsd:element name="MediaServiceBillingMetadata" ma:index="20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סוג תוכן"/>
        <xsd:element ref="dc:title" minOccurs="0" maxOccurs="1" ma:index="4" ma:displayName="כותרת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AF7DB085-B774-45C0-812F-A1B0CE358EE2}">
  <ds:schemaRefs>
    <ds:schemaRef ds:uri="http://schemas.microsoft.com/office/2006/metadata/properties"/>
    <ds:schemaRef ds:uri="http://schemas.microsoft.com/office/infopath/2007/PartnerControls"/>
    <ds:schemaRef ds:uri="f2b37368-257b-4467-96dd-af1b91bef81d"/>
    <ds:schemaRef ds:uri="130b172b-0165-47b2-9d3d-463a709cde28"/>
    <ds:schemaRef ds:uri="6bf87488-ba5c-4267-8b30-81d843126eb2"/>
  </ds:schemaRefs>
</ds:datastoreItem>
</file>

<file path=customXml/itemProps2.xml><?xml version="1.0" encoding="utf-8"?>
<ds:datastoreItem xmlns:ds="http://schemas.openxmlformats.org/officeDocument/2006/customXml" ds:itemID="{A95B88EF-4006-4D4E-9747-59AA7B83AD50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5AE0A112-6FE6-4D7B-9F75-46788F576CEA}"/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15278</TotalTime>
  <Words>578</Words>
  <Application>Microsoft Office PowerPoint</Application>
  <PresentationFormat>מותאם אישית</PresentationFormat>
  <Paragraphs>66</Paragraphs>
  <Slides>4</Slides>
  <Notes>0</Notes>
  <HiddenSlides>0</HiddenSlides>
  <MMClips>0</MMClips>
  <ScaleCrop>false</ScaleCrop>
  <HeadingPairs>
    <vt:vector size="6" baseType="variant">
      <vt:variant>
        <vt:lpstr>גופנים בשימוש</vt:lpstr>
      </vt:variant>
      <vt:variant>
        <vt:i4>3</vt:i4>
      </vt:variant>
      <vt:variant>
        <vt:lpstr>ערכת נושא</vt:lpstr>
      </vt:variant>
      <vt:variant>
        <vt:i4>1</vt:i4>
      </vt:variant>
      <vt:variant>
        <vt:lpstr>כותרות שקופיות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ערכת נושא Office</vt:lpstr>
      <vt:lpstr>מצגת של PowerPoint‏</vt:lpstr>
      <vt:lpstr>מצגת של PowerPoint‏</vt:lpstr>
      <vt:lpstr>מצגת של PowerPoint‏</vt:lpstr>
      <vt:lpstr>מצגת של PowerPoint‏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מצגת של PowerPoint</dc:title>
  <dc:creator>ניר אלנברג</dc:creator>
  <cp:lastModifiedBy>Nir Elenberg</cp:lastModifiedBy>
  <cp:revision>89</cp:revision>
  <cp:lastPrinted>2023-03-02T10:32:15Z</cp:lastPrinted>
  <dcterms:created xsi:type="dcterms:W3CDTF">2017-02-20T11:23:11Z</dcterms:created>
  <dcterms:modified xsi:type="dcterms:W3CDTF">2026-03-24T17:41:59Z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0x01010033D1BC521E164344898D0297273D2D99</vt:lpwstr>
  </property>
  <property fmtid="{D5CDD505-2E9C-101B-9397-08002B2CF9AE}" pid="3" name="MediaServiceImageTags">
    <vt:lpwstr/>
  </property>
</Properties>
</file>
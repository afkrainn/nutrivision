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72" r:id="rId4"/>
  </p:sldMasterIdLst>
  <p:sldIdLst>
    <p:sldId id="313" r:id="rId5"/>
  </p:sldIdLst>
  <p:sldSz cx="42479913" cy="30600650"/>
  <p:notesSz cx="6797675" cy="9872663"/>
  <p:defaultTextStyle>
    <a:defPPr>
      <a:defRPr lang="he-IL"/>
    </a:defPPr>
    <a:lvl1pPr marL="0" algn="r" defTabSz="3507821" rtl="1" eaLnBrk="1" latinLnBrk="0" hangingPunct="1">
      <a:defRPr sz="6905" kern="1200">
        <a:solidFill>
          <a:schemeClr val="tx1"/>
        </a:solidFill>
        <a:latin typeface="+mn-lt"/>
        <a:ea typeface="+mn-ea"/>
        <a:cs typeface="+mn-cs"/>
      </a:defRPr>
    </a:lvl1pPr>
    <a:lvl2pPr marL="1753911" algn="r" defTabSz="3507821" rtl="1" eaLnBrk="1" latinLnBrk="0" hangingPunct="1">
      <a:defRPr sz="6905" kern="1200">
        <a:solidFill>
          <a:schemeClr val="tx1"/>
        </a:solidFill>
        <a:latin typeface="+mn-lt"/>
        <a:ea typeface="+mn-ea"/>
        <a:cs typeface="+mn-cs"/>
      </a:defRPr>
    </a:lvl2pPr>
    <a:lvl3pPr marL="3507821" algn="r" defTabSz="3507821" rtl="1" eaLnBrk="1" latinLnBrk="0" hangingPunct="1">
      <a:defRPr sz="6905" kern="1200">
        <a:solidFill>
          <a:schemeClr val="tx1"/>
        </a:solidFill>
        <a:latin typeface="+mn-lt"/>
        <a:ea typeface="+mn-ea"/>
        <a:cs typeface="+mn-cs"/>
      </a:defRPr>
    </a:lvl3pPr>
    <a:lvl4pPr marL="5261732" algn="r" defTabSz="3507821" rtl="1" eaLnBrk="1" latinLnBrk="0" hangingPunct="1">
      <a:defRPr sz="6905" kern="1200">
        <a:solidFill>
          <a:schemeClr val="tx1"/>
        </a:solidFill>
        <a:latin typeface="+mn-lt"/>
        <a:ea typeface="+mn-ea"/>
        <a:cs typeface="+mn-cs"/>
      </a:defRPr>
    </a:lvl4pPr>
    <a:lvl5pPr marL="7015643" algn="r" defTabSz="3507821" rtl="1" eaLnBrk="1" latinLnBrk="0" hangingPunct="1">
      <a:defRPr sz="6905" kern="1200">
        <a:solidFill>
          <a:schemeClr val="tx1"/>
        </a:solidFill>
        <a:latin typeface="+mn-lt"/>
        <a:ea typeface="+mn-ea"/>
        <a:cs typeface="+mn-cs"/>
      </a:defRPr>
    </a:lvl5pPr>
    <a:lvl6pPr marL="8769553" algn="r" defTabSz="3507821" rtl="1" eaLnBrk="1" latinLnBrk="0" hangingPunct="1">
      <a:defRPr sz="6905" kern="1200">
        <a:solidFill>
          <a:schemeClr val="tx1"/>
        </a:solidFill>
        <a:latin typeface="+mn-lt"/>
        <a:ea typeface="+mn-ea"/>
        <a:cs typeface="+mn-cs"/>
      </a:defRPr>
    </a:lvl6pPr>
    <a:lvl7pPr marL="10523464" algn="r" defTabSz="3507821" rtl="1" eaLnBrk="1" latinLnBrk="0" hangingPunct="1">
      <a:defRPr sz="6905" kern="1200">
        <a:solidFill>
          <a:schemeClr val="tx1"/>
        </a:solidFill>
        <a:latin typeface="+mn-lt"/>
        <a:ea typeface="+mn-ea"/>
        <a:cs typeface="+mn-cs"/>
      </a:defRPr>
    </a:lvl7pPr>
    <a:lvl8pPr marL="12277374" algn="r" defTabSz="3507821" rtl="1" eaLnBrk="1" latinLnBrk="0" hangingPunct="1">
      <a:defRPr sz="6905" kern="1200">
        <a:solidFill>
          <a:schemeClr val="tx1"/>
        </a:solidFill>
        <a:latin typeface="+mn-lt"/>
        <a:ea typeface="+mn-ea"/>
        <a:cs typeface="+mn-cs"/>
      </a:defRPr>
    </a:lvl8pPr>
    <a:lvl9pPr marL="14031285" algn="r" defTabSz="3507821" rtl="1" eaLnBrk="1" latinLnBrk="0" hangingPunct="1">
      <a:defRPr sz="690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A5C183F-0B9A-9D82-CB1E-1EA3937DA774}" name="Nir Elenberg" initials="NE" userId="S::nir@afeka.ac.il::377cad1b-e1cf-45bd-8b54-665ab145126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1F"/>
    <a:srgbClr val="12B26A"/>
    <a:srgbClr val="F0F0F0"/>
    <a:srgbClr val="73BF43"/>
    <a:srgbClr val="8BC43D"/>
    <a:srgbClr val="6E2B8F"/>
    <a:srgbClr val="E57121"/>
    <a:srgbClr val="00AAE9"/>
    <a:srgbClr val="015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6C00B4-46FD-439D-BE9E-EB1CD0DB9723}" v="5" dt="2026-03-24T17:41:38.8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55" autoAdjust="0"/>
    <p:restoredTop sz="94682"/>
  </p:normalViewPr>
  <p:slideViewPr>
    <p:cSldViewPr snapToGrid="0">
      <p:cViewPr>
        <p:scale>
          <a:sx n="33" d="100"/>
          <a:sy n="33" d="100"/>
        </p:scale>
        <p:origin x="51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r Elenberg" userId="377cad1b-e1cf-45bd-8b54-665ab145126a" providerId="ADAL" clId="{DDF0B460-0258-42FB-9C5E-7467942234B5}"/>
    <pc:docChg chg="undo custSel addSld delSld modSld">
      <pc:chgData name="Nir Elenberg" userId="377cad1b-e1cf-45bd-8b54-665ab145126a" providerId="ADAL" clId="{DDF0B460-0258-42FB-9C5E-7467942234B5}" dt="2026-03-24T17:41:50.664" v="90" actId="47"/>
      <pc:docMkLst>
        <pc:docMk/>
      </pc:docMkLst>
      <pc:sldChg chg="delSp mod">
        <pc:chgData name="Nir Elenberg" userId="377cad1b-e1cf-45bd-8b54-665ab145126a" providerId="ADAL" clId="{DDF0B460-0258-42FB-9C5E-7467942234B5}" dt="2026-03-24T17:23:07.678" v="88" actId="478"/>
        <pc:sldMkLst>
          <pc:docMk/>
          <pc:sldMk cId="514965427" sldId="266"/>
        </pc:sldMkLst>
        <pc:spChg chg="del">
          <ac:chgData name="Nir Elenberg" userId="377cad1b-e1cf-45bd-8b54-665ab145126a" providerId="ADAL" clId="{DDF0B460-0258-42FB-9C5E-7467942234B5}" dt="2026-03-24T17:23:07.678" v="88" actId="478"/>
          <ac:spMkLst>
            <pc:docMk/>
            <pc:sldMk cId="514965427" sldId="266"/>
            <ac:spMk id="3" creationId="{4DBADD0A-FD14-4E6A-A742-A867F760DFA5}"/>
          </ac:spMkLst>
        </pc:spChg>
      </pc:sldChg>
      <pc:sldChg chg="del">
        <pc:chgData name="Nir Elenberg" userId="377cad1b-e1cf-45bd-8b54-665ab145126a" providerId="ADAL" clId="{DDF0B460-0258-42FB-9C5E-7467942234B5}" dt="2026-03-24T17:41:50.664" v="90" actId="47"/>
        <pc:sldMkLst>
          <pc:docMk/>
          <pc:sldMk cId="936607921" sldId="287"/>
        </pc:sldMkLst>
      </pc:sldChg>
      <pc:sldChg chg="addSp delSp modSp mod">
        <pc:chgData name="Nir Elenberg" userId="377cad1b-e1cf-45bd-8b54-665ab145126a" providerId="ADAL" clId="{DDF0B460-0258-42FB-9C5E-7467942234B5}" dt="2026-03-24T17:21:23.587" v="87" actId="962"/>
        <pc:sldMkLst>
          <pc:docMk/>
          <pc:sldMk cId="3124853156" sldId="313"/>
        </pc:sldMkLst>
        <pc:spChg chg="mod">
          <ac:chgData name="Nir Elenberg" userId="377cad1b-e1cf-45bd-8b54-665ab145126a" providerId="ADAL" clId="{DDF0B460-0258-42FB-9C5E-7467942234B5}" dt="2026-03-24T17:21:23.587" v="87" actId="962"/>
          <ac:spMkLst>
            <pc:docMk/>
            <pc:sldMk cId="3124853156" sldId="313"/>
            <ac:spMk id="4" creationId="{00000000-0000-0000-0000-000000000000}"/>
          </ac:spMkLst>
        </pc:spChg>
        <pc:spChg chg="mod">
          <ac:chgData name="Nir Elenberg" userId="377cad1b-e1cf-45bd-8b54-665ab145126a" providerId="ADAL" clId="{DDF0B460-0258-42FB-9C5E-7467942234B5}" dt="2026-03-21T07:53:37.241" v="66" actId="1037"/>
          <ac:spMkLst>
            <pc:docMk/>
            <pc:sldMk cId="3124853156" sldId="313"/>
            <ac:spMk id="8" creationId="{00000000-0000-0000-0000-000000000000}"/>
          </ac:spMkLst>
        </pc:spChg>
        <pc:spChg chg="mod ord">
          <ac:chgData name="Nir Elenberg" userId="377cad1b-e1cf-45bd-8b54-665ab145126a" providerId="ADAL" clId="{DDF0B460-0258-42FB-9C5E-7467942234B5}" dt="2026-03-21T07:54:30.354" v="78" actId="171"/>
          <ac:spMkLst>
            <pc:docMk/>
            <pc:sldMk cId="3124853156" sldId="313"/>
            <ac:spMk id="9" creationId="{6B70BDE5-DA7A-D4DE-E1AE-808E80D4AFED}"/>
          </ac:spMkLst>
        </pc:spChg>
        <pc:spChg chg="add mod">
          <ac:chgData name="Nir Elenberg" userId="377cad1b-e1cf-45bd-8b54-665ab145126a" providerId="ADAL" clId="{DDF0B460-0258-42FB-9C5E-7467942234B5}" dt="2026-03-21T07:55:00.353" v="82" actId="14100"/>
          <ac:spMkLst>
            <pc:docMk/>
            <pc:sldMk cId="3124853156" sldId="313"/>
            <ac:spMk id="13" creationId="{41F56636-FBC0-CD2B-B5BD-A5CB7A377D31}"/>
          </ac:spMkLst>
        </pc:spChg>
        <pc:spChg chg="mod">
          <ac:chgData name="Nir Elenberg" userId="377cad1b-e1cf-45bd-8b54-665ab145126a" providerId="ADAL" clId="{DDF0B460-0258-42FB-9C5E-7467942234B5}" dt="2026-03-21T07:53:47.680" v="68" actId="1076"/>
          <ac:spMkLst>
            <pc:docMk/>
            <pc:sldMk cId="3124853156" sldId="313"/>
            <ac:spMk id="54" creationId="{44991587-8DDB-4737-86A9-ECA34CE987EB}"/>
          </ac:spMkLst>
        </pc:spChg>
        <pc:spChg chg="mod">
          <ac:chgData name="Nir Elenberg" userId="377cad1b-e1cf-45bd-8b54-665ab145126a" providerId="ADAL" clId="{DDF0B460-0258-42FB-9C5E-7467942234B5}" dt="2026-03-21T07:55:04.183" v="83" actId="14100"/>
          <ac:spMkLst>
            <pc:docMk/>
            <pc:sldMk cId="3124853156" sldId="313"/>
            <ac:spMk id="76" creationId="{802BF110-5A05-41C2-A432-337BFFC971F1}"/>
          </ac:spMkLst>
        </pc:spChg>
        <pc:spChg chg="mod">
          <ac:chgData name="Nir Elenberg" userId="377cad1b-e1cf-45bd-8b54-665ab145126a" providerId="ADAL" clId="{DDF0B460-0258-42FB-9C5E-7467942234B5}" dt="2026-03-21T07:55:12.612" v="85" actId="14100"/>
          <ac:spMkLst>
            <pc:docMk/>
            <pc:sldMk cId="3124853156" sldId="313"/>
            <ac:spMk id="77" creationId="{A6CEF51B-C266-4F90-8D42-445D16647823}"/>
          </ac:spMkLst>
        </pc:spChg>
        <pc:picChg chg="add mod ord">
          <ac:chgData name="Nir Elenberg" userId="377cad1b-e1cf-45bd-8b54-665ab145126a" providerId="ADAL" clId="{DDF0B460-0258-42FB-9C5E-7467942234B5}" dt="2026-03-21T07:53:16.778" v="40" actId="167"/>
          <ac:picMkLst>
            <pc:docMk/>
            <pc:sldMk cId="3124853156" sldId="313"/>
            <ac:picMk id="12" creationId="{BA161807-1273-8C71-35F3-320F48592E69}"/>
          </ac:picMkLst>
        </pc:picChg>
      </pc:sldChg>
      <pc:sldChg chg="addSp delSp modSp mod">
        <pc:chgData name="Nir Elenberg" userId="377cad1b-e1cf-45bd-8b54-665ab145126a" providerId="ADAL" clId="{DDF0B460-0258-42FB-9C5E-7467942234B5}" dt="2026-03-24T17:21:16.136" v="86" actId="962"/>
        <pc:sldMkLst>
          <pc:docMk/>
          <pc:sldMk cId="263883105" sldId="314"/>
        </pc:sldMkLst>
        <pc:spChg chg="mod">
          <ac:chgData name="Nir Elenberg" userId="377cad1b-e1cf-45bd-8b54-665ab145126a" providerId="ADAL" clId="{DDF0B460-0258-42FB-9C5E-7467942234B5}" dt="2026-03-21T07:52:41.089" v="36" actId="14100"/>
          <ac:spMkLst>
            <pc:docMk/>
            <pc:sldMk cId="263883105" sldId="314"/>
            <ac:spMk id="5" creationId="{56FB87F3-4489-5201-BE77-F7030930A2C9}"/>
          </ac:spMkLst>
        </pc:spChg>
        <pc:spChg chg="add mod ord">
          <ac:chgData name="Nir Elenberg" userId="377cad1b-e1cf-45bd-8b54-665ab145126a" providerId="ADAL" clId="{DDF0B460-0258-42FB-9C5E-7467942234B5}" dt="2026-03-21T07:51:56.048" v="18" actId="171"/>
          <ac:spMkLst>
            <pc:docMk/>
            <pc:sldMk cId="263883105" sldId="314"/>
            <ac:spMk id="10" creationId="{58AB9F69-A00C-0DEC-3FC8-CF6A8928A945}"/>
          </ac:spMkLst>
        </pc:spChg>
        <pc:spChg chg="mod">
          <ac:chgData name="Nir Elenberg" userId="377cad1b-e1cf-45bd-8b54-665ab145126a" providerId="ADAL" clId="{DDF0B460-0258-42FB-9C5E-7467942234B5}" dt="2026-03-21T07:51:20.233" v="11" actId="1076"/>
          <ac:spMkLst>
            <pc:docMk/>
            <pc:sldMk cId="263883105" sldId="314"/>
            <ac:spMk id="13" creationId="{D289EFA9-EFC0-FC48-8410-070FC0725911}"/>
          </ac:spMkLst>
        </pc:spChg>
        <pc:spChg chg="mod">
          <ac:chgData name="Nir Elenberg" userId="377cad1b-e1cf-45bd-8b54-665ab145126a" providerId="ADAL" clId="{DDF0B460-0258-42FB-9C5E-7467942234B5}" dt="2026-03-24T17:21:16.136" v="86" actId="962"/>
          <ac:spMkLst>
            <pc:docMk/>
            <pc:sldMk cId="263883105" sldId="314"/>
            <ac:spMk id="14" creationId="{7C3F75C3-E034-2F5D-1B7F-23C9487B2EA8}"/>
          </ac:spMkLst>
        </pc:spChg>
        <pc:spChg chg="mod">
          <ac:chgData name="Nir Elenberg" userId="377cad1b-e1cf-45bd-8b54-665ab145126a" providerId="ADAL" clId="{DDF0B460-0258-42FB-9C5E-7467942234B5}" dt="2026-03-21T07:52:29.200" v="34" actId="14100"/>
          <ac:spMkLst>
            <pc:docMk/>
            <pc:sldMk cId="263883105" sldId="314"/>
            <ac:spMk id="21" creationId="{AEDDDC88-B5D7-147B-5571-BA94C35925DE}"/>
          </ac:spMkLst>
        </pc:spChg>
        <pc:spChg chg="mod">
          <ac:chgData name="Nir Elenberg" userId="377cad1b-e1cf-45bd-8b54-665ab145126a" providerId="ADAL" clId="{DDF0B460-0258-42FB-9C5E-7467942234B5}" dt="2026-03-21T07:52:20" v="27" actId="1035"/>
          <ac:spMkLst>
            <pc:docMk/>
            <pc:sldMk cId="263883105" sldId="314"/>
            <ac:spMk id="27" creationId="{099CB40E-C212-0280-4A09-70A784C11C36}"/>
          </ac:spMkLst>
        </pc:spChg>
        <pc:picChg chg="add mod ord">
          <ac:chgData name="Nir Elenberg" userId="377cad1b-e1cf-45bd-8b54-665ab145126a" providerId="ADAL" clId="{DDF0B460-0258-42FB-9C5E-7467942234B5}" dt="2026-03-21T07:51:07.441" v="3" actId="167"/>
          <ac:picMkLst>
            <pc:docMk/>
            <pc:sldMk cId="263883105" sldId="314"/>
            <ac:picMk id="8" creationId="{090FF297-7626-9D2F-E2AB-4B5239339E46}"/>
          </ac:picMkLst>
        </pc:picChg>
      </pc:sldChg>
      <pc:sldChg chg="add">
        <pc:chgData name="Nir Elenberg" userId="377cad1b-e1cf-45bd-8b54-665ab145126a" providerId="ADAL" clId="{DDF0B460-0258-42FB-9C5E-7467942234B5}" dt="2026-03-24T17:41:38.823" v="89"/>
        <pc:sldMkLst>
          <pc:docMk/>
          <pc:sldMk cId="1011063359" sldId="31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3185994" y="5008025"/>
            <a:ext cx="36107926" cy="10653560"/>
          </a:xfrm>
        </p:spPr>
        <p:txBody>
          <a:bodyPr anchor="b"/>
          <a:lstStyle>
            <a:lvl1pPr algn="ctr">
              <a:defRPr sz="26772"/>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5309989" y="16072427"/>
            <a:ext cx="31859935" cy="7388071"/>
          </a:xfrm>
        </p:spPr>
        <p:txBody>
          <a:bodyPr/>
          <a:lstStyle>
            <a:lvl1pPr marL="0" indent="0" algn="ctr">
              <a:buNone/>
              <a:defRPr sz="10709"/>
            </a:lvl1pPr>
            <a:lvl2pPr marL="2040026" indent="0" algn="ctr">
              <a:buNone/>
              <a:defRPr sz="8924"/>
            </a:lvl2pPr>
            <a:lvl3pPr marL="4080053" indent="0" algn="ctr">
              <a:buNone/>
              <a:defRPr sz="8032"/>
            </a:lvl3pPr>
            <a:lvl4pPr marL="6120079" indent="0" algn="ctr">
              <a:buNone/>
              <a:defRPr sz="7139"/>
            </a:lvl4pPr>
            <a:lvl5pPr marL="8160106" indent="0" algn="ctr">
              <a:buNone/>
              <a:defRPr sz="7139"/>
            </a:lvl5pPr>
            <a:lvl6pPr marL="10200132" indent="0" algn="ctr">
              <a:buNone/>
              <a:defRPr sz="7139"/>
            </a:lvl6pPr>
            <a:lvl7pPr marL="12240158" indent="0" algn="ctr">
              <a:buNone/>
              <a:defRPr sz="7139"/>
            </a:lvl7pPr>
            <a:lvl8pPr marL="14280185" indent="0" algn="ctr">
              <a:buNone/>
              <a:defRPr sz="7139"/>
            </a:lvl8pPr>
            <a:lvl9pPr marL="16320211" indent="0" algn="ctr">
              <a:buNone/>
              <a:defRPr sz="7139"/>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199851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1151547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898371" y="7628921"/>
            <a:ext cx="36638925" cy="12729018"/>
          </a:xfrm>
        </p:spPr>
        <p:txBody>
          <a:bodyPr anchor="b"/>
          <a:lstStyle>
            <a:lvl1pPr>
              <a:defRPr sz="26772"/>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898371" y="20478361"/>
            <a:ext cx="36638925" cy="6693890"/>
          </a:xfrm>
        </p:spPr>
        <p:txBody>
          <a:bodyPr/>
          <a:lstStyle>
            <a:lvl1pPr marL="0" indent="0">
              <a:buNone/>
              <a:defRPr sz="10709">
                <a:solidFill>
                  <a:schemeClr val="tx1"/>
                </a:solidFill>
              </a:defRPr>
            </a:lvl1pPr>
            <a:lvl2pPr marL="2040026" indent="0">
              <a:buNone/>
              <a:defRPr sz="8924">
                <a:solidFill>
                  <a:schemeClr val="tx1">
                    <a:tint val="75000"/>
                  </a:schemeClr>
                </a:solidFill>
              </a:defRPr>
            </a:lvl2pPr>
            <a:lvl3pPr marL="4080053" indent="0">
              <a:buNone/>
              <a:defRPr sz="8032">
                <a:solidFill>
                  <a:schemeClr val="tx1">
                    <a:tint val="75000"/>
                  </a:schemeClr>
                </a:solidFill>
              </a:defRPr>
            </a:lvl3pPr>
            <a:lvl4pPr marL="6120079" indent="0">
              <a:buNone/>
              <a:defRPr sz="7139">
                <a:solidFill>
                  <a:schemeClr val="tx1">
                    <a:tint val="75000"/>
                  </a:schemeClr>
                </a:solidFill>
              </a:defRPr>
            </a:lvl4pPr>
            <a:lvl5pPr marL="8160106" indent="0">
              <a:buNone/>
              <a:defRPr sz="7139">
                <a:solidFill>
                  <a:schemeClr val="tx1">
                    <a:tint val="75000"/>
                  </a:schemeClr>
                </a:solidFill>
              </a:defRPr>
            </a:lvl5pPr>
            <a:lvl6pPr marL="10200132" indent="0">
              <a:buNone/>
              <a:defRPr sz="7139">
                <a:solidFill>
                  <a:schemeClr val="tx1">
                    <a:tint val="75000"/>
                  </a:schemeClr>
                </a:solidFill>
              </a:defRPr>
            </a:lvl6pPr>
            <a:lvl7pPr marL="12240158" indent="0">
              <a:buNone/>
              <a:defRPr sz="7139">
                <a:solidFill>
                  <a:schemeClr val="tx1">
                    <a:tint val="75000"/>
                  </a:schemeClr>
                </a:solidFill>
              </a:defRPr>
            </a:lvl7pPr>
            <a:lvl8pPr marL="14280185" indent="0">
              <a:buNone/>
              <a:defRPr sz="7139">
                <a:solidFill>
                  <a:schemeClr val="tx1">
                    <a:tint val="75000"/>
                  </a:schemeClr>
                </a:solidFill>
              </a:defRPr>
            </a:lvl8pPr>
            <a:lvl9pPr marL="16320211" indent="0">
              <a:buNone/>
              <a:defRPr sz="7139">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1190090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2920494" y="8146007"/>
            <a:ext cx="18053963" cy="1941583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21505456" y="8146007"/>
            <a:ext cx="18053963" cy="1941583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4215841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2926027" y="1629208"/>
            <a:ext cx="36638925" cy="5914711"/>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926031" y="7501412"/>
            <a:ext cx="17970992" cy="3676326"/>
          </a:xfrm>
        </p:spPr>
        <p:txBody>
          <a:bodyPr anchor="b"/>
          <a:lstStyle>
            <a:lvl1pPr marL="0" indent="0">
              <a:buNone/>
              <a:defRPr sz="10709" b="1"/>
            </a:lvl1pPr>
            <a:lvl2pPr marL="2040026" indent="0">
              <a:buNone/>
              <a:defRPr sz="8924" b="1"/>
            </a:lvl2pPr>
            <a:lvl3pPr marL="4080053" indent="0">
              <a:buNone/>
              <a:defRPr sz="8032" b="1"/>
            </a:lvl3pPr>
            <a:lvl4pPr marL="6120079" indent="0">
              <a:buNone/>
              <a:defRPr sz="7139" b="1"/>
            </a:lvl4pPr>
            <a:lvl5pPr marL="8160106" indent="0">
              <a:buNone/>
              <a:defRPr sz="7139" b="1"/>
            </a:lvl5pPr>
            <a:lvl6pPr marL="10200132" indent="0">
              <a:buNone/>
              <a:defRPr sz="7139" b="1"/>
            </a:lvl6pPr>
            <a:lvl7pPr marL="12240158" indent="0">
              <a:buNone/>
              <a:defRPr sz="7139" b="1"/>
            </a:lvl7pPr>
            <a:lvl8pPr marL="14280185" indent="0">
              <a:buNone/>
              <a:defRPr sz="7139" b="1"/>
            </a:lvl8pPr>
            <a:lvl9pPr marL="16320211" indent="0">
              <a:buNone/>
              <a:defRPr sz="7139"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2926031" y="11177737"/>
            <a:ext cx="17970992" cy="1644076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21505458" y="7501412"/>
            <a:ext cx="18059496" cy="3676326"/>
          </a:xfrm>
        </p:spPr>
        <p:txBody>
          <a:bodyPr anchor="b"/>
          <a:lstStyle>
            <a:lvl1pPr marL="0" indent="0">
              <a:buNone/>
              <a:defRPr sz="10709" b="1"/>
            </a:lvl1pPr>
            <a:lvl2pPr marL="2040026" indent="0">
              <a:buNone/>
              <a:defRPr sz="8924" b="1"/>
            </a:lvl2pPr>
            <a:lvl3pPr marL="4080053" indent="0">
              <a:buNone/>
              <a:defRPr sz="8032" b="1"/>
            </a:lvl3pPr>
            <a:lvl4pPr marL="6120079" indent="0">
              <a:buNone/>
              <a:defRPr sz="7139" b="1"/>
            </a:lvl4pPr>
            <a:lvl5pPr marL="8160106" indent="0">
              <a:buNone/>
              <a:defRPr sz="7139" b="1"/>
            </a:lvl5pPr>
            <a:lvl6pPr marL="10200132" indent="0">
              <a:buNone/>
              <a:defRPr sz="7139" b="1"/>
            </a:lvl6pPr>
            <a:lvl7pPr marL="12240158" indent="0">
              <a:buNone/>
              <a:defRPr sz="7139" b="1"/>
            </a:lvl7pPr>
            <a:lvl8pPr marL="14280185" indent="0">
              <a:buNone/>
              <a:defRPr sz="7139" b="1"/>
            </a:lvl8pPr>
            <a:lvl9pPr marL="16320211" indent="0">
              <a:buNone/>
              <a:defRPr sz="7139"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21505458" y="11177737"/>
            <a:ext cx="18059496" cy="1644076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3128251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1668791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3441676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926027" y="2040043"/>
            <a:ext cx="13700878" cy="7140152"/>
          </a:xfrm>
        </p:spPr>
        <p:txBody>
          <a:bodyPr anchor="b"/>
          <a:lstStyle>
            <a:lvl1pPr>
              <a:defRPr sz="14278"/>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18059496" y="4405934"/>
            <a:ext cx="21505456" cy="21746295"/>
          </a:xfrm>
        </p:spPr>
        <p:txBody>
          <a:bodyPr/>
          <a:lstStyle>
            <a:lvl1pPr>
              <a:defRPr sz="14278"/>
            </a:lvl1pPr>
            <a:lvl2pPr>
              <a:defRPr sz="12494"/>
            </a:lvl2pPr>
            <a:lvl3pPr>
              <a:defRPr sz="10709"/>
            </a:lvl3pPr>
            <a:lvl4pPr>
              <a:defRPr sz="8924"/>
            </a:lvl4pPr>
            <a:lvl5pPr>
              <a:defRPr sz="8924"/>
            </a:lvl5pPr>
            <a:lvl6pPr>
              <a:defRPr sz="8924"/>
            </a:lvl6pPr>
            <a:lvl7pPr>
              <a:defRPr sz="8924"/>
            </a:lvl7pPr>
            <a:lvl8pPr>
              <a:defRPr sz="8924"/>
            </a:lvl8pPr>
            <a:lvl9pPr>
              <a:defRPr sz="8924"/>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2926027" y="9180195"/>
            <a:ext cx="13700878" cy="17007447"/>
          </a:xfrm>
        </p:spPr>
        <p:txBody>
          <a:bodyPr/>
          <a:lstStyle>
            <a:lvl1pPr marL="0" indent="0">
              <a:buNone/>
              <a:defRPr sz="7139"/>
            </a:lvl1pPr>
            <a:lvl2pPr marL="2040026" indent="0">
              <a:buNone/>
              <a:defRPr sz="6247"/>
            </a:lvl2pPr>
            <a:lvl3pPr marL="4080053" indent="0">
              <a:buNone/>
              <a:defRPr sz="5354"/>
            </a:lvl3pPr>
            <a:lvl4pPr marL="6120079" indent="0">
              <a:buNone/>
              <a:defRPr sz="4462"/>
            </a:lvl4pPr>
            <a:lvl5pPr marL="8160106" indent="0">
              <a:buNone/>
              <a:defRPr sz="4462"/>
            </a:lvl5pPr>
            <a:lvl6pPr marL="10200132" indent="0">
              <a:buNone/>
              <a:defRPr sz="4462"/>
            </a:lvl6pPr>
            <a:lvl7pPr marL="12240158" indent="0">
              <a:buNone/>
              <a:defRPr sz="4462"/>
            </a:lvl7pPr>
            <a:lvl8pPr marL="14280185" indent="0">
              <a:buNone/>
              <a:defRPr sz="4462"/>
            </a:lvl8pPr>
            <a:lvl9pPr marL="16320211" indent="0">
              <a:buNone/>
              <a:defRPr sz="4462"/>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327209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2926027" y="2040043"/>
            <a:ext cx="13700878" cy="7140152"/>
          </a:xfrm>
        </p:spPr>
        <p:txBody>
          <a:bodyPr anchor="b"/>
          <a:lstStyle>
            <a:lvl1pPr>
              <a:defRPr sz="14278"/>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8059496" y="4405934"/>
            <a:ext cx="21505456" cy="21746295"/>
          </a:xfrm>
        </p:spPr>
        <p:txBody>
          <a:bodyPr anchor="t"/>
          <a:lstStyle>
            <a:lvl1pPr marL="0" indent="0">
              <a:buNone/>
              <a:defRPr sz="14278"/>
            </a:lvl1pPr>
            <a:lvl2pPr marL="2040026" indent="0">
              <a:buNone/>
              <a:defRPr sz="12494"/>
            </a:lvl2pPr>
            <a:lvl3pPr marL="4080053" indent="0">
              <a:buNone/>
              <a:defRPr sz="10709"/>
            </a:lvl3pPr>
            <a:lvl4pPr marL="6120079" indent="0">
              <a:buNone/>
              <a:defRPr sz="8924"/>
            </a:lvl4pPr>
            <a:lvl5pPr marL="8160106" indent="0">
              <a:buNone/>
              <a:defRPr sz="8924"/>
            </a:lvl5pPr>
            <a:lvl6pPr marL="10200132" indent="0">
              <a:buNone/>
              <a:defRPr sz="8924"/>
            </a:lvl6pPr>
            <a:lvl7pPr marL="12240158" indent="0">
              <a:buNone/>
              <a:defRPr sz="8924"/>
            </a:lvl7pPr>
            <a:lvl8pPr marL="14280185" indent="0">
              <a:buNone/>
              <a:defRPr sz="8924"/>
            </a:lvl8pPr>
            <a:lvl9pPr marL="16320211" indent="0">
              <a:buNone/>
              <a:defRPr sz="8924"/>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2926027" y="9180195"/>
            <a:ext cx="13700878" cy="17007447"/>
          </a:xfrm>
        </p:spPr>
        <p:txBody>
          <a:bodyPr/>
          <a:lstStyle>
            <a:lvl1pPr marL="0" indent="0">
              <a:buNone/>
              <a:defRPr sz="7139"/>
            </a:lvl1pPr>
            <a:lvl2pPr marL="2040026" indent="0">
              <a:buNone/>
              <a:defRPr sz="6247"/>
            </a:lvl2pPr>
            <a:lvl3pPr marL="4080053" indent="0">
              <a:buNone/>
              <a:defRPr sz="5354"/>
            </a:lvl3pPr>
            <a:lvl4pPr marL="6120079" indent="0">
              <a:buNone/>
              <a:defRPr sz="4462"/>
            </a:lvl4pPr>
            <a:lvl5pPr marL="8160106" indent="0">
              <a:buNone/>
              <a:defRPr sz="4462"/>
            </a:lvl5pPr>
            <a:lvl6pPr marL="10200132" indent="0">
              <a:buNone/>
              <a:defRPr sz="4462"/>
            </a:lvl6pPr>
            <a:lvl7pPr marL="12240158" indent="0">
              <a:buNone/>
              <a:defRPr sz="4462"/>
            </a:lvl7pPr>
            <a:lvl8pPr marL="14280185" indent="0">
              <a:buNone/>
              <a:defRPr sz="4462"/>
            </a:lvl8pPr>
            <a:lvl9pPr marL="16320211" indent="0">
              <a:buNone/>
              <a:defRPr sz="4462"/>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2646303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1966628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399690" y="1629201"/>
            <a:ext cx="9159731" cy="25932636"/>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2920496" y="1629201"/>
            <a:ext cx="26948195" cy="25932636"/>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1938E48-F708-4DD5-A3C4-8D7851AB3431}" type="datetimeFigureOut">
              <a:rPr lang="he-IL" smtClean="0"/>
              <a:t>כ"ב.סיון.תשפ"ו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454F0D2A-E218-47E0-A883-B788501C2BBC}" type="slidenum">
              <a:rPr lang="he-IL" smtClean="0"/>
              <a:t>‹#›</a:t>
            </a:fld>
            <a:endParaRPr lang="he-IL"/>
          </a:p>
        </p:txBody>
      </p:sp>
    </p:spTree>
    <p:extLst>
      <p:ext uri="{BB962C8B-B14F-4D97-AF65-F5344CB8AC3E}">
        <p14:creationId xmlns:p14="http://schemas.microsoft.com/office/powerpoint/2010/main" val="554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20494" y="1629208"/>
            <a:ext cx="36638925" cy="5914711"/>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920494" y="8146007"/>
            <a:ext cx="36638925" cy="19415831"/>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920494" y="28362276"/>
            <a:ext cx="9557980" cy="1629201"/>
          </a:xfrm>
          <a:prstGeom prst="rect">
            <a:avLst/>
          </a:prstGeom>
        </p:spPr>
        <p:txBody>
          <a:bodyPr vert="horz" lIns="91440" tIns="45720" rIns="91440" bIns="45720" rtlCol="0" anchor="ctr"/>
          <a:lstStyle>
            <a:lvl1pPr algn="l">
              <a:defRPr sz="5354">
                <a:solidFill>
                  <a:schemeClr val="tx1">
                    <a:tint val="75000"/>
                  </a:schemeClr>
                </a:solidFill>
              </a:defRPr>
            </a:lvl1pPr>
          </a:lstStyle>
          <a:p>
            <a:fld id="{D1938E48-F708-4DD5-A3C4-8D7851AB3431}" type="datetimeFigureOut">
              <a:rPr lang="he-IL" smtClean="0"/>
              <a:t>כ"ב.סיון.תשפ"ו</a:t>
            </a:fld>
            <a:endParaRPr lang="he-IL"/>
          </a:p>
        </p:txBody>
      </p:sp>
      <p:sp>
        <p:nvSpPr>
          <p:cNvPr id="5" name="Footer Placeholder 4"/>
          <p:cNvSpPr>
            <a:spLocks noGrp="1"/>
          </p:cNvSpPr>
          <p:nvPr>
            <p:ph type="ftr" sz="quarter" idx="3"/>
          </p:nvPr>
        </p:nvSpPr>
        <p:spPr>
          <a:xfrm>
            <a:off x="14071471" y="28362276"/>
            <a:ext cx="14336971" cy="1629201"/>
          </a:xfrm>
          <a:prstGeom prst="rect">
            <a:avLst/>
          </a:prstGeom>
        </p:spPr>
        <p:txBody>
          <a:bodyPr vert="horz" lIns="91440" tIns="45720" rIns="91440" bIns="45720" rtlCol="0" anchor="ctr"/>
          <a:lstStyle>
            <a:lvl1pPr algn="ctr">
              <a:defRPr sz="5354">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30001439" y="28362276"/>
            <a:ext cx="9557980" cy="1629201"/>
          </a:xfrm>
          <a:prstGeom prst="rect">
            <a:avLst/>
          </a:prstGeom>
        </p:spPr>
        <p:txBody>
          <a:bodyPr vert="horz" lIns="91440" tIns="45720" rIns="91440" bIns="45720" rtlCol="0" anchor="ctr"/>
          <a:lstStyle>
            <a:lvl1pPr algn="r">
              <a:defRPr sz="5354">
                <a:solidFill>
                  <a:schemeClr val="tx1">
                    <a:tint val="75000"/>
                  </a:schemeClr>
                </a:solidFill>
              </a:defRPr>
            </a:lvl1pPr>
          </a:lstStyle>
          <a:p>
            <a:fld id="{454F0D2A-E218-47E0-A883-B788501C2BBC}" type="slidenum">
              <a:rPr lang="he-IL" smtClean="0"/>
              <a:t>‹#›</a:t>
            </a:fld>
            <a:endParaRPr lang="he-IL"/>
          </a:p>
        </p:txBody>
      </p:sp>
    </p:spTree>
    <p:extLst>
      <p:ext uri="{BB962C8B-B14F-4D97-AF65-F5344CB8AC3E}">
        <p14:creationId xmlns:p14="http://schemas.microsoft.com/office/powerpoint/2010/main" val="10290251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080053" rtl="1" eaLnBrk="1" latinLnBrk="0" hangingPunct="1">
        <a:lnSpc>
          <a:spcPct val="90000"/>
        </a:lnSpc>
        <a:spcBef>
          <a:spcPct val="0"/>
        </a:spcBef>
        <a:buNone/>
        <a:defRPr sz="19633" kern="1200">
          <a:solidFill>
            <a:schemeClr val="tx1"/>
          </a:solidFill>
          <a:latin typeface="+mj-lt"/>
          <a:ea typeface="+mj-ea"/>
          <a:cs typeface="+mj-cs"/>
        </a:defRPr>
      </a:lvl1pPr>
    </p:titleStyle>
    <p:bodyStyle>
      <a:lvl1pPr marL="1020013" indent="-1020013" algn="r" defTabSz="4080053" rtl="1" eaLnBrk="1" latinLnBrk="0" hangingPunct="1">
        <a:lnSpc>
          <a:spcPct val="90000"/>
        </a:lnSpc>
        <a:spcBef>
          <a:spcPts val="4462"/>
        </a:spcBef>
        <a:buFont typeface="Arial" panose="020B0604020202020204" pitchFamily="34" charset="0"/>
        <a:buChar char="•"/>
        <a:defRPr sz="12494" kern="1200">
          <a:solidFill>
            <a:schemeClr val="tx1"/>
          </a:solidFill>
          <a:latin typeface="+mn-lt"/>
          <a:ea typeface="+mn-ea"/>
          <a:cs typeface="+mn-cs"/>
        </a:defRPr>
      </a:lvl1pPr>
      <a:lvl2pPr marL="3060040" indent="-1020013" algn="r" defTabSz="4080053" rtl="1" eaLnBrk="1" latinLnBrk="0" hangingPunct="1">
        <a:lnSpc>
          <a:spcPct val="90000"/>
        </a:lnSpc>
        <a:spcBef>
          <a:spcPts val="2231"/>
        </a:spcBef>
        <a:buFont typeface="Arial" panose="020B0604020202020204" pitchFamily="34" charset="0"/>
        <a:buChar char="•"/>
        <a:defRPr sz="10709" kern="1200">
          <a:solidFill>
            <a:schemeClr val="tx1"/>
          </a:solidFill>
          <a:latin typeface="+mn-lt"/>
          <a:ea typeface="+mn-ea"/>
          <a:cs typeface="+mn-cs"/>
        </a:defRPr>
      </a:lvl2pPr>
      <a:lvl3pPr marL="5100066" indent="-1020013" algn="r" defTabSz="4080053" rtl="1" eaLnBrk="1" latinLnBrk="0" hangingPunct="1">
        <a:lnSpc>
          <a:spcPct val="90000"/>
        </a:lnSpc>
        <a:spcBef>
          <a:spcPts val="2231"/>
        </a:spcBef>
        <a:buFont typeface="Arial" panose="020B0604020202020204" pitchFamily="34" charset="0"/>
        <a:buChar char="•"/>
        <a:defRPr sz="8924" kern="1200">
          <a:solidFill>
            <a:schemeClr val="tx1"/>
          </a:solidFill>
          <a:latin typeface="+mn-lt"/>
          <a:ea typeface="+mn-ea"/>
          <a:cs typeface="+mn-cs"/>
        </a:defRPr>
      </a:lvl3pPr>
      <a:lvl4pPr marL="7140092" indent="-1020013" algn="r" defTabSz="4080053" rtl="1" eaLnBrk="1" latinLnBrk="0" hangingPunct="1">
        <a:lnSpc>
          <a:spcPct val="90000"/>
        </a:lnSpc>
        <a:spcBef>
          <a:spcPts val="2231"/>
        </a:spcBef>
        <a:buFont typeface="Arial" panose="020B0604020202020204" pitchFamily="34" charset="0"/>
        <a:buChar char="•"/>
        <a:defRPr sz="8032" kern="1200">
          <a:solidFill>
            <a:schemeClr val="tx1"/>
          </a:solidFill>
          <a:latin typeface="+mn-lt"/>
          <a:ea typeface="+mn-ea"/>
          <a:cs typeface="+mn-cs"/>
        </a:defRPr>
      </a:lvl4pPr>
      <a:lvl5pPr marL="9180119" indent="-1020013" algn="r" defTabSz="4080053" rtl="1" eaLnBrk="1" latinLnBrk="0" hangingPunct="1">
        <a:lnSpc>
          <a:spcPct val="90000"/>
        </a:lnSpc>
        <a:spcBef>
          <a:spcPts val="2231"/>
        </a:spcBef>
        <a:buFont typeface="Arial" panose="020B0604020202020204" pitchFamily="34" charset="0"/>
        <a:buChar char="•"/>
        <a:defRPr sz="8032" kern="1200">
          <a:solidFill>
            <a:schemeClr val="tx1"/>
          </a:solidFill>
          <a:latin typeface="+mn-lt"/>
          <a:ea typeface="+mn-ea"/>
          <a:cs typeface="+mn-cs"/>
        </a:defRPr>
      </a:lvl5pPr>
      <a:lvl6pPr marL="11220145" indent="-1020013" algn="r" defTabSz="4080053" rtl="1" eaLnBrk="1" latinLnBrk="0" hangingPunct="1">
        <a:lnSpc>
          <a:spcPct val="90000"/>
        </a:lnSpc>
        <a:spcBef>
          <a:spcPts val="2231"/>
        </a:spcBef>
        <a:buFont typeface="Arial" panose="020B0604020202020204" pitchFamily="34" charset="0"/>
        <a:buChar char="•"/>
        <a:defRPr sz="8032" kern="1200">
          <a:solidFill>
            <a:schemeClr val="tx1"/>
          </a:solidFill>
          <a:latin typeface="+mn-lt"/>
          <a:ea typeface="+mn-ea"/>
          <a:cs typeface="+mn-cs"/>
        </a:defRPr>
      </a:lvl6pPr>
      <a:lvl7pPr marL="13260172" indent="-1020013" algn="r" defTabSz="4080053" rtl="1" eaLnBrk="1" latinLnBrk="0" hangingPunct="1">
        <a:lnSpc>
          <a:spcPct val="90000"/>
        </a:lnSpc>
        <a:spcBef>
          <a:spcPts val="2231"/>
        </a:spcBef>
        <a:buFont typeface="Arial" panose="020B0604020202020204" pitchFamily="34" charset="0"/>
        <a:buChar char="•"/>
        <a:defRPr sz="8032" kern="1200">
          <a:solidFill>
            <a:schemeClr val="tx1"/>
          </a:solidFill>
          <a:latin typeface="+mn-lt"/>
          <a:ea typeface="+mn-ea"/>
          <a:cs typeface="+mn-cs"/>
        </a:defRPr>
      </a:lvl7pPr>
      <a:lvl8pPr marL="15300198" indent="-1020013" algn="r" defTabSz="4080053" rtl="1" eaLnBrk="1" latinLnBrk="0" hangingPunct="1">
        <a:lnSpc>
          <a:spcPct val="90000"/>
        </a:lnSpc>
        <a:spcBef>
          <a:spcPts val="2231"/>
        </a:spcBef>
        <a:buFont typeface="Arial" panose="020B0604020202020204" pitchFamily="34" charset="0"/>
        <a:buChar char="•"/>
        <a:defRPr sz="8032" kern="1200">
          <a:solidFill>
            <a:schemeClr val="tx1"/>
          </a:solidFill>
          <a:latin typeface="+mn-lt"/>
          <a:ea typeface="+mn-ea"/>
          <a:cs typeface="+mn-cs"/>
        </a:defRPr>
      </a:lvl8pPr>
      <a:lvl9pPr marL="17340224" indent="-1020013" algn="r" defTabSz="4080053" rtl="1" eaLnBrk="1" latinLnBrk="0" hangingPunct="1">
        <a:lnSpc>
          <a:spcPct val="90000"/>
        </a:lnSpc>
        <a:spcBef>
          <a:spcPts val="2231"/>
        </a:spcBef>
        <a:buFont typeface="Arial" panose="020B0604020202020204" pitchFamily="34" charset="0"/>
        <a:buChar char="•"/>
        <a:defRPr sz="8032" kern="1200">
          <a:solidFill>
            <a:schemeClr val="tx1"/>
          </a:solidFill>
          <a:latin typeface="+mn-lt"/>
          <a:ea typeface="+mn-ea"/>
          <a:cs typeface="+mn-cs"/>
        </a:defRPr>
      </a:lvl9pPr>
    </p:bodyStyle>
    <p:otherStyle>
      <a:defPPr>
        <a:defRPr lang="en-US"/>
      </a:defPPr>
      <a:lvl1pPr marL="0" algn="r" defTabSz="4080053" rtl="1" eaLnBrk="1" latinLnBrk="0" hangingPunct="1">
        <a:defRPr sz="8032" kern="1200">
          <a:solidFill>
            <a:schemeClr val="tx1"/>
          </a:solidFill>
          <a:latin typeface="+mn-lt"/>
          <a:ea typeface="+mn-ea"/>
          <a:cs typeface="+mn-cs"/>
        </a:defRPr>
      </a:lvl1pPr>
      <a:lvl2pPr marL="2040026" algn="r" defTabSz="4080053" rtl="1" eaLnBrk="1" latinLnBrk="0" hangingPunct="1">
        <a:defRPr sz="8032" kern="1200">
          <a:solidFill>
            <a:schemeClr val="tx1"/>
          </a:solidFill>
          <a:latin typeface="+mn-lt"/>
          <a:ea typeface="+mn-ea"/>
          <a:cs typeface="+mn-cs"/>
        </a:defRPr>
      </a:lvl2pPr>
      <a:lvl3pPr marL="4080053" algn="r" defTabSz="4080053" rtl="1" eaLnBrk="1" latinLnBrk="0" hangingPunct="1">
        <a:defRPr sz="8032" kern="1200">
          <a:solidFill>
            <a:schemeClr val="tx1"/>
          </a:solidFill>
          <a:latin typeface="+mn-lt"/>
          <a:ea typeface="+mn-ea"/>
          <a:cs typeface="+mn-cs"/>
        </a:defRPr>
      </a:lvl3pPr>
      <a:lvl4pPr marL="6120079" algn="r" defTabSz="4080053" rtl="1" eaLnBrk="1" latinLnBrk="0" hangingPunct="1">
        <a:defRPr sz="8032" kern="1200">
          <a:solidFill>
            <a:schemeClr val="tx1"/>
          </a:solidFill>
          <a:latin typeface="+mn-lt"/>
          <a:ea typeface="+mn-ea"/>
          <a:cs typeface="+mn-cs"/>
        </a:defRPr>
      </a:lvl4pPr>
      <a:lvl5pPr marL="8160106" algn="r" defTabSz="4080053" rtl="1" eaLnBrk="1" latinLnBrk="0" hangingPunct="1">
        <a:defRPr sz="8032" kern="1200">
          <a:solidFill>
            <a:schemeClr val="tx1"/>
          </a:solidFill>
          <a:latin typeface="+mn-lt"/>
          <a:ea typeface="+mn-ea"/>
          <a:cs typeface="+mn-cs"/>
        </a:defRPr>
      </a:lvl5pPr>
      <a:lvl6pPr marL="10200132" algn="r" defTabSz="4080053" rtl="1" eaLnBrk="1" latinLnBrk="0" hangingPunct="1">
        <a:defRPr sz="8032" kern="1200">
          <a:solidFill>
            <a:schemeClr val="tx1"/>
          </a:solidFill>
          <a:latin typeface="+mn-lt"/>
          <a:ea typeface="+mn-ea"/>
          <a:cs typeface="+mn-cs"/>
        </a:defRPr>
      </a:lvl6pPr>
      <a:lvl7pPr marL="12240158" algn="r" defTabSz="4080053" rtl="1" eaLnBrk="1" latinLnBrk="0" hangingPunct="1">
        <a:defRPr sz="8032" kern="1200">
          <a:solidFill>
            <a:schemeClr val="tx1"/>
          </a:solidFill>
          <a:latin typeface="+mn-lt"/>
          <a:ea typeface="+mn-ea"/>
          <a:cs typeface="+mn-cs"/>
        </a:defRPr>
      </a:lvl7pPr>
      <a:lvl8pPr marL="14280185" algn="r" defTabSz="4080053" rtl="1" eaLnBrk="1" latinLnBrk="0" hangingPunct="1">
        <a:defRPr sz="8032" kern="1200">
          <a:solidFill>
            <a:schemeClr val="tx1"/>
          </a:solidFill>
          <a:latin typeface="+mn-lt"/>
          <a:ea typeface="+mn-ea"/>
          <a:cs typeface="+mn-cs"/>
        </a:defRPr>
      </a:lvl8pPr>
      <a:lvl9pPr marL="16320211" algn="r" defTabSz="4080053" rtl="1" eaLnBrk="1" latinLnBrk="0" hangingPunct="1">
        <a:defRPr sz="803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תמונה 11">
            <a:extLst>
              <a:ext uri="{FF2B5EF4-FFF2-40B4-BE49-F238E27FC236}">
                <a16:creationId xmlns:a16="http://schemas.microsoft.com/office/drawing/2014/main" id="{BA161807-1273-8C71-35F3-320F48592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3" y="0"/>
            <a:ext cx="42472685" cy="31551593"/>
          </a:xfrm>
          <a:prstGeom prst="rect">
            <a:avLst/>
          </a:prstGeom>
        </p:spPr>
      </p:pic>
      <p:sp>
        <p:nvSpPr>
          <p:cNvPr id="4" name="project_name"/>
          <p:cNvSpPr txBox="1"/>
          <p:nvPr/>
        </p:nvSpPr>
        <p:spPr>
          <a:xfrm>
            <a:off x="12457905" y="1004820"/>
            <a:ext cx="17564100" cy="1200329"/>
          </a:xfrm>
          <a:prstGeom prst="rect">
            <a:avLst/>
          </a:prstGeom>
          <a:noFill/>
        </p:spPr>
        <p:txBody>
          <a:bodyPr wrap="square" rtlCol="1" anchor="t">
            <a:spAutoFit/>
          </a:bodyPr>
          <a:lstStyle/>
          <a:p>
            <a:pPr algn="ctr" rtl="0"/>
            <a:r>
              <a:rPr sz="3600" b="1" dirty="0" err="1">
                <a:solidFill>
                  <a:srgbClr val="FFFF00"/>
                </a:solidFill>
                <a:latin typeface="Arial"/>
              </a:rPr>
              <a:t>NutriVision</a:t>
            </a:r>
            <a:endParaRPr lang="he-IL" sz="3600" b="1" dirty="0">
              <a:solidFill>
                <a:srgbClr val="FFFF00"/>
              </a:solidFill>
            </a:endParaRPr>
          </a:p>
          <a:p>
            <a:pPr algn="ctr"/>
            <a:r>
              <a:rPr sz="3600" b="1" dirty="0">
                <a:solidFill>
                  <a:srgbClr val="FFFF00"/>
                </a:solidFill>
                <a:latin typeface="Arial"/>
              </a:rPr>
              <a:t>Telegram-Based Intelligent Cooking Assistant</a:t>
            </a:r>
          </a:p>
        </p:txBody>
      </p:sp>
      <p:sp>
        <p:nvSpPr>
          <p:cNvPr id="6" name="מלבן 5">
            <a:extLst>
              <a:ext uri="{FF2B5EF4-FFF2-40B4-BE49-F238E27FC236}">
                <a16:creationId xmlns:a16="http://schemas.microsoft.com/office/drawing/2014/main" id="{F6927D4A-435A-2492-9A35-134368585E70}"/>
              </a:ext>
            </a:extLst>
          </p:cNvPr>
          <p:cNvSpPr/>
          <p:nvPr/>
        </p:nvSpPr>
        <p:spPr>
          <a:xfrm>
            <a:off x="2621972" y="3609473"/>
            <a:ext cx="18144478" cy="193876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3507821" rtl="0" eaLnBrk="1" latinLnBrk="0" hangingPunct="1"/>
            <a:endParaRPr lang="he-IL" dirty="0"/>
          </a:p>
        </p:txBody>
      </p:sp>
      <p:sp>
        <p:nvSpPr>
          <p:cNvPr id="56" name="TextBox 20">
            <a:extLst>
              <a:ext uri="{FF2B5EF4-FFF2-40B4-BE49-F238E27FC236}">
                <a16:creationId xmlns:a16="http://schemas.microsoft.com/office/drawing/2014/main" id="{76687B07-F429-49C3-B166-474DA87517D1}"/>
              </a:ext>
            </a:extLst>
          </p:cNvPr>
          <p:cNvSpPr txBox="1">
            <a:spLocks noChangeArrowheads="1"/>
          </p:cNvSpPr>
          <p:nvPr/>
        </p:nvSpPr>
        <p:spPr bwMode="auto">
          <a:xfrm>
            <a:off x="21574669" y="4041315"/>
            <a:ext cx="5315337" cy="647894"/>
          </a:xfrm>
          <a:prstGeom prst="rect">
            <a:avLst/>
          </a:prstGeom>
          <a:solidFill>
            <a:srgbClr val="00381F"/>
          </a:solidFill>
          <a:ln>
            <a:noFill/>
          </a:ln>
        </p:spPr>
        <p:txBody>
          <a:bodyPr wrap="square" lIns="92984" tIns="46494" rIns="92984" bIns="46494">
            <a:spAutoFit/>
          </a:bodyPr>
          <a:lstStyle/>
          <a:p>
            <a:pPr algn="l" rtl="0"/>
            <a:r>
              <a:rPr lang="en-US" altLang="he-IL" sz="3600" b="1" dirty="0">
                <a:solidFill>
                  <a:schemeClr val="bg1"/>
                </a:solidFill>
                <a:latin typeface="Arial" panose="020B0604020202020204" pitchFamily="34" charset="0"/>
              </a:rPr>
              <a:t>3. The Data</a:t>
            </a:r>
            <a:endParaRPr lang="he-IL" altLang="he-IL" sz="3600" b="1" dirty="0">
              <a:solidFill>
                <a:schemeClr val="bg1"/>
              </a:solidFill>
              <a:latin typeface="Arial" panose="020B0604020202020204" pitchFamily="34" charset="0"/>
            </a:endParaRPr>
          </a:p>
        </p:txBody>
      </p:sp>
      <p:sp>
        <p:nvSpPr>
          <p:cNvPr id="58" name="TextBox 20">
            <a:extLst>
              <a:ext uri="{FF2B5EF4-FFF2-40B4-BE49-F238E27FC236}">
                <a16:creationId xmlns:a16="http://schemas.microsoft.com/office/drawing/2014/main" id="{AC7864FE-02EF-4DD2-A8E4-EDB9F8EEC630}"/>
              </a:ext>
            </a:extLst>
          </p:cNvPr>
          <p:cNvSpPr txBox="1">
            <a:spLocks noChangeArrowheads="1"/>
          </p:cNvSpPr>
          <p:nvPr/>
        </p:nvSpPr>
        <p:spPr bwMode="auto">
          <a:xfrm>
            <a:off x="21926163" y="18695645"/>
            <a:ext cx="7220338" cy="647894"/>
          </a:xfrm>
          <a:prstGeom prst="rect">
            <a:avLst/>
          </a:prstGeom>
          <a:solidFill>
            <a:srgbClr val="00381F"/>
          </a:solidFill>
          <a:ln>
            <a:noFill/>
          </a:ln>
        </p:spPr>
        <p:txBody>
          <a:bodyPr wrap="square" lIns="92984" tIns="46494" rIns="92984" bIns="46494">
            <a:spAutoFit/>
          </a:bodyPr>
          <a:lstStyle/>
          <a:p>
            <a:pPr algn="l" rtl="0"/>
            <a:r>
              <a:rPr lang="en-US" altLang="he-IL" sz="3600" b="1" dirty="0">
                <a:solidFill>
                  <a:schemeClr val="bg1"/>
                </a:solidFill>
                <a:latin typeface="Arial" panose="020B0604020202020204" pitchFamily="34" charset="0"/>
              </a:rPr>
              <a:t>5. Results</a:t>
            </a:r>
            <a:endParaRPr lang="he-IL" altLang="he-IL" sz="3600" b="1" dirty="0">
              <a:solidFill>
                <a:schemeClr val="bg1"/>
              </a:solidFill>
              <a:latin typeface="Arial" panose="020B0604020202020204" pitchFamily="34" charset="0"/>
              <a:cs typeface="Arial" panose="020B0604020202020204" pitchFamily="34" charset="0"/>
            </a:endParaRPr>
          </a:p>
        </p:txBody>
      </p:sp>
      <p:sp>
        <p:nvSpPr>
          <p:cNvPr id="76" name="TextBox 75">
            <a:extLst>
              <a:ext uri="{FF2B5EF4-FFF2-40B4-BE49-F238E27FC236}">
                <a16:creationId xmlns:a16="http://schemas.microsoft.com/office/drawing/2014/main" id="{802BF110-5A05-41C2-A432-337BFFC971F1}"/>
              </a:ext>
            </a:extLst>
          </p:cNvPr>
          <p:cNvSpPr txBox="1"/>
          <p:nvPr/>
        </p:nvSpPr>
        <p:spPr>
          <a:xfrm>
            <a:off x="21867815" y="4386431"/>
            <a:ext cx="17739048" cy="5974451"/>
          </a:xfrm>
          <a:prstGeom prst="rect">
            <a:avLst/>
          </a:prstGeom>
          <a:noFill/>
        </p:spPr>
        <p:txBody>
          <a:bodyPr wrap="square" rtlCol="1" anchor="t">
            <a:noAutofit/>
          </a:bodyPr>
          <a:lstStyle/>
          <a:p>
            <a:pPr marL="0" algn="l" defTabSz="3507821" rtl="0" eaLnBrk="1" latinLnBrk="0" hangingPunct="1"/>
            <a:endParaRPr/>
          </a:p>
        </p:txBody>
      </p:sp>
      <p:sp>
        <p:nvSpPr>
          <p:cNvPr id="77" name="TextBox 76">
            <a:extLst>
              <a:ext uri="{FF2B5EF4-FFF2-40B4-BE49-F238E27FC236}">
                <a16:creationId xmlns:a16="http://schemas.microsoft.com/office/drawing/2014/main" id="{A6CEF51B-C266-4F90-8D42-445D16647823}"/>
              </a:ext>
            </a:extLst>
          </p:cNvPr>
          <p:cNvSpPr txBox="1"/>
          <p:nvPr/>
        </p:nvSpPr>
        <p:spPr>
          <a:xfrm>
            <a:off x="21926163" y="19697033"/>
            <a:ext cx="17739048" cy="7176149"/>
          </a:xfrm>
          <a:prstGeom prst="rect">
            <a:avLst/>
          </a:prstGeom>
          <a:noFill/>
        </p:spPr>
        <p:txBody>
          <a:bodyPr wrap="square" rtlCol="1" anchor="t">
            <a:noAutofit/>
          </a:bodyPr>
          <a:lstStyle/>
          <a:p>
            <a:pPr marL="0" algn="l" defTabSz="3507821" rtl="0" eaLnBrk="1" latinLnBrk="0" hangingPunct="1"/>
            <a:endParaRPr/>
          </a:p>
        </p:txBody>
      </p:sp>
      <p:sp>
        <p:nvSpPr>
          <p:cNvPr id="44" name="TextBox 43">
            <a:extLst>
              <a:ext uri="{FF2B5EF4-FFF2-40B4-BE49-F238E27FC236}">
                <a16:creationId xmlns:a16="http://schemas.microsoft.com/office/drawing/2014/main" id="{6CFB8D69-6F6D-40CB-8808-E623B50D45EC}"/>
              </a:ext>
            </a:extLst>
          </p:cNvPr>
          <p:cNvSpPr txBox="1"/>
          <p:nvPr/>
        </p:nvSpPr>
        <p:spPr>
          <a:xfrm>
            <a:off x="2814703" y="7381620"/>
            <a:ext cx="17739048" cy="771005"/>
          </a:xfrm>
          <a:prstGeom prst="rect">
            <a:avLst/>
          </a:prstGeom>
          <a:noFill/>
        </p:spPr>
        <p:txBody>
          <a:bodyPr wrap="square" rtlCol="1" anchor="t">
            <a:noAutofit/>
          </a:bodyPr>
          <a:lstStyle/>
          <a:p>
            <a:pPr algn="l"/>
            <a:endParaRPr/>
          </a:p>
        </p:txBody>
      </p:sp>
      <p:sp>
        <p:nvSpPr>
          <p:cNvPr id="51" name="TextBox 20">
            <a:extLst>
              <a:ext uri="{FF2B5EF4-FFF2-40B4-BE49-F238E27FC236}">
                <a16:creationId xmlns:a16="http://schemas.microsoft.com/office/drawing/2014/main" id="{4EB9C99F-BB9B-4935-8FB9-6A1DAEFAB9CA}"/>
              </a:ext>
            </a:extLst>
          </p:cNvPr>
          <p:cNvSpPr txBox="1">
            <a:spLocks noChangeArrowheads="1"/>
          </p:cNvSpPr>
          <p:nvPr/>
        </p:nvSpPr>
        <p:spPr bwMode="auto">
          <a:xfrm>
            <a:off x="2814702" y="4208282"/>
            <a:ext cx="6557897" cy="771005"/>
          </a:xfrm>
          <a:prstGeom prst="rect">
            <a:avLst/>
          </a:prstGeom>
          <a:solidFill>
            <a:srgbClr val="00381F"/>
          </a:solidFill>
          <a:ln>
            <a:noFill/>
          </a:ln>
        </p:spPr>
        <p:txBody>
          <a:bodyPr wrap="square" lIns="92984" tIns="46494" rIns="92984" bIns="46494">
            <a:spAutoFit/>
          </a:bodyPr>
          <a:lstStyle/>
          <a:p>
            <a:pPr algn="l" rtl="0"/>
            <a:r>
              <a:rPr lang="en-US" altLang="he-IL" sz="4400" b="1" dirty="0">
                <a:solidFill>
                  <a:schemeClr val="bg1"/>
                </a:solidFill>
                <a:latin typeface="Arial" panose="020B0604020202020204" pitchFamily="34" charset="0"/>
                <a:cs typeface="Arial" panose="020B0604020202020204" pitchFamily="34" charset="0"/>
              </a:rPr>
              <a:t>1.</a:t>
            </a:r>
            <a:r>
              <a:rPr lang="he-IL" altLang="he-IL" sz="4400" b="1" dirty="0">
                <a:solidFill>
                  <a:schemeClr val="bg1"/>
                </a:solidFill>
                <a:latin typeface="Arial" panose="020B0604020202020204" pitchFamily="34" charset="0"/>
                <a:cs typeface="Arial" panose="020B0604020202020204" pitchFamily="34" charset="0"/>
              </a:rPr>
              <a:t> </a:t>
            </a:r>
            <a:r>
              <a:rPr lang="en-US" altLang="he-IL" sz="4400" b="1" dirty="0">
                <a:solidFill>
                  <a:schemeClr val="bg1"/>
                </a:solidFill>
                <a:latin typeface="Arial" panose="020B0604020202020204" pitchFamily="34" charset="0"/>
                <a:cs typeface="Arial" panose="020B0604020202020204" pitchFamily="34" charset="0"/>
              </a:rPr>
              <a:t>Problem description</a:t>
            </a:r>
            <a:endParaRPr lang="he-IL" altLang="he-IL" sz="4400" b="1" dirty="0">
              <a:solidFill>
                <a:schemeClr val="bg1"/>
              </a:solidFill>
              <a:latin typeface="Arial" panose="020B0604020202020204" pitchFamily="34" charset="0"/>
              <a:cs typeface="Arial" panose="020B0604020202020204" pitchFamily="34" charset="0"/>
            </a:endParaRPr>
          </a:p>
        </p:txBody>
      </p:sp>
      <p:sp>
        <p:nvSpPr>
          <p:cNvPr id="52" name="TextBox 20">
            <a:extLst>
              <a:ext uri="{FF2B5EF4-FFF2-40B4-BE49-F238E27FC236}">
                <a16:creationId xmlns:a16="http://schemas.microsoft.com/office/drawing/2014/main" id="{63F4EE00-8DED-4E07-841A-E42E45DE8A22}"/>
              </a:ext>
            </a:extLst>
          </p:cNvPr>
          <p:cNvSpPr txBox="1">
            <a:spLocks noChangeArrowheads="1"/>
          </p:cNvSpPr>
          <p:nvPr/>
        </p:nvSpPr>
        <p:spPr bwMode="auto">
          <a:xfrm>
            <a:off x="2732569" y="13212071"/>
            <a:ext cx="4538597" cy="771005"/>
          </a:xfrm>
          <a:prstGeom prst="rect">
            <a:avLst/>
          </a:prstGeom>
          <a:solidFill>
            <a:srgbClr val="00381F"/>
          </a:solidFill>
          <a:ln>
            <a:noFill/>
          </a:ln>
        </p:spPr>
        <p:txBody>
          <a:bodyPr wrap="square" lIns="92984" tIns="46494" rIns="92984" bIns="46494">
            <a:spAutoFit/>
          </a:bodyPr>
          <a:lstStyle/>
          <a:p>
            <a:pPr algn="l" rtl="0"/>
            <a:r>
              <a:rPr lang="en-US" altLang="he-IL" sz="4400" b="1" dirty="0">
                <a:solidFill>
                  <a:schemeClr val="bg1"/>
                </a:solidFill>
                <a:latin typeface="Arial" panose="020B0604020202020204" pitchFamily="34" charset="0"/>
                <a:cs typeface="Arial" panose="020B0604020202020204" pitchFamily="34" charset="0"/>
              </a:rPr>
              <a:t>2. The Solution</a:t>
            </a:r>
            <a:endParaRPr lang="he-IL" altLang="he-IL" sz="4400" b="1" dirty="0">
              <a:solidFill>
                <a:schemeClr val="bg1"/>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44991587-8DDB-4737-86A9-ECA34CE987EB}"/>
              </a:ext>
            </a:extLst>
          </p:cNvPr>
          <p:cNvSpPr txBox="1"/>
          <p:nvPr/>
        </p:nvSpPr>
        <p:spPr>
          <a:xfrm>
            <a:off x="2814703" y="18949848"/>
            <a:ext cx="17706391" cy="646331"/>
          </a:xfrm>
          <a:prstGeom prst="rect">
            <a:avLst/>
          </a:prstGeom>
          <a:noFill/>
        </p:spPr>
        <p:txBody>
          <a:bodyPr wrap="square" rtlCol="0" anchor="t">
            <a:spAutoFit/>
          </a:bodyPr>
          <a:lstStyle/>
          <a:p>
            <a:pPr algn="l"/>
            <a:endParaRPr/>
          </a:p>
        </p:txBody>
      </p:sp>
      <p:sp>
        <p:nvSpPr>
          <p:cNvPr id="9" name="מלבן 5">
            <a:extLst>
              <a:ext uri="{FF2B5EF4-FFF2-40B4-BE49-F238E27FC236}">
                <a16:creationId xmlns:a16="http://schemas.microsoft.com/office/drawing/2014/main" id="{6B70BDE5-DA7A-D4DE-E1AE-808E80D4AFED}"/>
              </a:ext>
            </a:extLst>
          </p:cNvPr>
          <p:cNvSpPr/>
          <p:nvPr/>
        </p:nvSpPr>
        <p:spPr>
          <a:xfrm>
            <a:off x="21579210" y="11967190"/>
            <a:ext cx="18144478" cy="57798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algn="ctr" defTabSz="3507821" rtl="0" eaLnBrk="1" latinLnBrk="0" hangingPunct="1"/>
            <a:endParaRPr lang="he-IL" dirty="0"/>
          </a:p>
        </p:txBody>
      </p:sp>
      <p:sp>
        <p:nvSpPr>
          <p:cNvPr id="3" name="TextBox 20">
            <a:extLst>
              <a:ext uri="{FF2B5EF4-FFF2-40B4-BE49-F238E27FC236}">
                <a16:creationId xmlns:a16="http://schemas.microsoft.com/office/drawing/2014/main" id="{BEF50999-3066-4C14-19E6-467F5CA24947}"/>
              </a:ext>
            </a:extLst>
          </p:cNvPr>
          <p:cNvSpPr txBox="1">
            <a:spLocks noChangeArrowheads="1"/>
          </p:cNvSpPr>
          <p:nvPr/>
        </p:nvSpPr>
        <p:spPr bwMode="auto">
          <a:xfrm>
            <a:off x="22098402" y="12151656"/>
            <a:ext cx="5315337" cy="647894"/>
          </a:xfrm>
          <a:prstGeom prst="rect">
            <a:avLst/>
          </a:prstGeom>
          <a:solidFill>
            <a:srgbClr val="00381F"/>
          </a:solidFill>
          <a:ln>
            <a:noFill/>
          </a:ln>
        </p:spPr>
        <p:txBody>
          <a:bodyPr wrap="square" lIns="92984" tIns="46494" rIns="92984" bIns="46494">
            <a:spAutoFit/>
          </a:bodyPr>
          <a:lstStyle/>
          <a:p>
            <a:pPr algn="l" rtl="0"/>
            <a:r>
              <a:rPr lang="en-US" altLang="he-IL" sz="3600" b="1" dirty="0">
                <a:solidFill>
                  <a:schemeClr val="bg1"/>
                </a:solidFill>
                <a:latin typeface="Arial" panose="020B0604020202020204" pitchFamily="34" charset="0"/>
              </a:rPr>
              <a:t>4. The Model</a:t>
            </a:r>
            <a:endParaRPr lang="he-IL" altLang="he-IL" sz="3600" b="1" dirty="0">
              <a:solidFill>
                <a:schemeClr val="bg1"/>
              </a:solidFill>
              <a:latin typeface="Arial" panose="020B0604020202020204" pitchFamily="34" charset="0"/>
            </a:endParaRPr>
          </a:p>
        </p:txBody>
      </p:sp>
      <p:sp>
        <p:nvSpPr>
          <p:cNvPr id="13" name="TextBox 75">
            <a:extLst>
              <a:ext uri="{FF2B5EF4-FFF2-40B4-BE49-F238E27FC236}">
                <a16:creationId xmlns:a16="http://schemas.microsoft.com/office/drawing/2014/main" id="{41F56636-FBC0-CD2B-B5BD-A5CB7A377D31}"/>
              </a:ext>
            </a:extLst>
          </p:cNvPr>
          <p:cNvSpPr txBox="1"/>
          <p:nvPr/>
        </p:nvSpPr>
        <p:spPr>
          <a:xfrm>
            <a:off x="21984640" y="12557036"/>
            <a:ext cx="17739048" cy="5499435"/>
          </a:xfrm>
          <a:prstGeom prst="rect">
            <a:avLst/>
          </a:prstGeom>
          <a:noFill/>
        </p:spPr>
        <p:txBody>
          <a:bodyPr wrap="square" rtlCol="1" anchor="t">
            <a:noAutofit/>
          </a:bodyPr>
          <a:lstStyle/>
          <a:p>
            <a:pPr marL="0" algn="l" defTabSz="3507821" rtl="0" eaLnBrk="1" latinLnBrk="0" hangingPunct="1"/>
            <a:endParaRPr/>
          </a:p>
        </p:txBody>
      </p:sp>
      <p:sp>
        <p:nvSpPr>
          <p:cNvPr id="78" name="Rounded Rectangle 77"/>
          <p:cNvSpPr/>
          <p:nvPr/>
        </p:nvSpPr>
        <p:spPr>
          <a:xfrm>
            <a:off x="2985657" y="5184935"/>
            <a:ext cx="16750000" cy="4601656"/>
          </a:xfrm>
          <a:prstGeom prst="roundRect">
            <a:avLst/>
          </a:prstGeom>
          <a:solidFill>
            <a:srgbClr val="FFF4EF"/>
          </a:solidFill>
          <a:ln>
            <a:solidFill>
              <a:srgbClr val="F6C5B4"/>
            </a:solidFill>
          </a:ln>
        </p:spPr>
        <p:style>
          <a:lnRef idx="1">
            <a:schemeClr val="accent1"/>
          </a:lnRef>
          <a:fillRef idx="3">
            <a:schemeClr val="accent1"/>
          </a:fillRef>
          <a:effectRef idx="2">
            <a:schemeClr val="accent1"/>
          </a:effectRef>
          <a:fontRef idx="minor">
            <a:schemeClr val="lt1"/>
          </a:fontRef>
        </p:style>
        <p:txBody>
          <a:bodyPr lIns="100000" tIns="70000" rIns="100000" bIns="70000" rtlCol="0" anchor="ctr"/>
          <a:lstStyle/>
          <a:p>
            <a:pPr marL="0" algn="ctr" defTabSz="3507821" rtl="0" eaLnBrk="1" latinLnBrk="0" hangingPunct="1"/>
            <a:endParaRPr/>
          </a:p>
        </p:txBody>
      </p:sp>
      <p:sp>
        <p:nvSpPr>
          <p:cNvPr id="79" name="TextBox 78"/>
          <p:cNvSpPr txBox="1"/>
          <p:nvPr/>
        </p:nvSpPr>
        <p:spPr>
          <a:xfrm>
            <a:off x="3350000" y="5447437"/>
            <a:ext cx="15950000" cy="5100000"/>
          </a:xfrm>
          <a:prstGeom prst="rect">
            <a:avLst/>
          </a:prstGeom>
          <a:noFill/>
        </p:spPr>
        <p:txBody>
          <a:bodyPr wrap="square" lIns="120000" tIns="80000" rIns="120000" bIns="80000" anchor="t">
            <a:spAutoFit/>
          </a:bodyPr>
          <a:lstStyle/>
          <a:p>
            <a:pPr algn="l"/>
            <a:r>
              <a:rPr sz="4000" b="0" dirty="0">
                <a:solidFill>
                  <a:srgbClr val="000000"/>
                </a:solidFill>
                <a:latin typeface="Arial"/>
              </a:rPr>
              <a:t>Many users struggle to decide what to cook from the ingredients already available at home. Manual calorie tracking is tedious, beginner cooks need clear guidance, and forgotten ingredients often expire before being used. </a:t>
            </a:r>
            <a:r>
              <a:rPr sz="4000" b="0" dirty="0" err="1">
                <a:solidFill>
                  <a:srgbClr val="000000"/>
                </a:solidFill>
                <a:latin typeface="Arial"/>
              </a:rPr>
              <a:t>NutriVision</a:t>
            </a:r>
            <a:r>
              <a:rPr sz="4000" b="0" dirty="0">
                <a:solidFill>
                  <a:srgbClr val="000000"/>
                </a:solidFill>
                <a:latin typeface="Arial"/>
              </a:rPr>
              <a:t> addresses these daily problems by combining fridge image recognition, personalized meal suggestions, and simple nutrition tracking inside Telegram.</a:t>
            </a:r>
          </a:p>
        </p:txBody>
      </p:sp>
      <p:sp>
        <p:nvSpPr>
          <p:cNvPr id="89" name="TextBox 88"/>
          <p:cNvSpPr txBox="1"/>
          <p:nvPr/>
        </p:nvSpPr>
        <p:spPr>
          <a:xfrm>
            <a:off x="2859702" y="20676416"/>
            <a:ext cx="16920955" cy="1915889"/>
          </a:xfrm>
          <a:prstGeom prst="rect">
            <a:avLst/>
          </a:prstGeom>
          <a:noFill/>
        </p:spPr>
        <p:txBody>
          <a:bodyPr wrap="square" lIns="120000" tIns="80000" rIns="120000" bIns="80000" anchor="t">
            <a:spAutoFit/>
          </a:bodyPr>
          <a:lstStyle/>
          <a:p>
            <a:pPr algn="l"/>
            <a:r>
              <a:rPr sz="3800" b="0" dirty="0">
                <a:solidFill>
                  <a:srgbClr val="000000"/>
                </a:solidFill>
                <a:latin typeface="Arial"/>
              </a:rPr>
              <a:t>The assistant turns a short Telegram interaction into a complete cooking flow: detect ingredients, correct the list, receive three diet-aware meals, choose one, and save the result for future analytics.</a:t>
            </a:r>
          </a:p>
        </p:txBody>
      </p:sp>
      <p:pic>
        <p:nvPicPr>
          <p:cNvPr id="91" name="Picture 90" descr="github-qr.png"/>
          <p:cNvPicPr>
            <a:picLocks noChangeAspect="1"/>
          </p:cNvPicPr>
          <p:nvPr/>
        </p:nvPicPr>
        <p:blipFill>
          <a:blip r:embed="rId3"/>
          <a:stretch>
            <a:fillRect/>
          </a:stretch>
        </p:blipFill>
        <p:spPr>
          <a:xfrm>
            <a:off x="8767476" y="23446685"/>
            <a:ext cx="4650178" cy="4650178"/>
          </a:xfrm>
          <a:prstGeom prst="rect">
            <a:avLst/>
          </a:prstGeom>
        </p:spPr>
      </p:pic>
      <p:sp>
        <p:nvSpPr>
          <p:cNvPr id="92" name="TextBox 91"/>
          <p:cNvSpPr txBox="1"/>
          <p:nvPr/>
        </p:nvSpPr>
        <p:spPr>
          <a:xfrm>
            <a:off x="9142565" y="28260089"/>
            <a:ext cx="3900000" cy="700000"/>
          </a:xfrm>
          <a:prstGeom prst="rect">
            <a:avLst/>
          </a:prstGeom>
          <a:noFill/>
        </p:spPr>
        <p:txBody>
          <a:bodyPr wrap="square" lIns="120000" tIns="80000" rIns="120000" bIns="80000" anchor="t">
            <a:spAutoFit/>
          </a:bodyPr>
          <a:lstStyle/>
          <a:p>
            <a:pPr algn="ctr"/>
            <a:r>
              <a:rPr sz="3600" b="1" dirty="0">
                <a:solidFill>
                  <a:srgbClr val="1A1F2E"/>
                </a:solidFill>
                <a:latin typeface="Arial"/>
              </a:rPr>
              <a:t>GitHub repository</a:t>
            </a:r>
          </a:p>
        </p:txBody>
      </p:sp>
      <p:pic>
        <p:nvPicPr>
          <p:cNvPr id="93" name="Picture 92" descr="_circle_fridge.png"/>
          <p:cNvPicPr>
            <a:picLocks noChangeAspect="1"/>
          </p:cNvPicPr>
          <p:nvPr/>
        </p:nvPicPr>
        <p:blipFill>
          <a:blip r:embed="rId4"/>
          <a:stretch>
            <a:fillRect/>
          </a:stretch>
        </p:blipFill>
        <p:spPr>
          <a:xfrm>
            <a:off x="28650000" y="5550000"/>
            <a:ext cx="3650000" cy="3650000"/>
          </a:xfrm>
          <a:prstGeom prst="rect">
            <a:avLst/>
          </a:prstGeom>
        </p:spPr>
      </p:pic>
      <p:sp>
        <p:nvSpPr>
          <p:cNvPr id="94" name="Rounded Rectangle 93"/>
          <p:cNvSpPr/>
          <p:nvPr/>
        </p:nvSpPr>
        <p:spPr>
          <a:xfrm>
            <a:off x="22300000" y="4749999"/>
            <a:ext cx="4300000" cy="1321261"/>
          </a:xfrm>
          <a:prstGeom prst="roundRect">
            <a:avLst/>
          </a:prstGeom>
          <a:solidFill>
            <a:srgbClr val="F6F7FB"/>
          </a:solidFill>
          <a:ln>
            <a:solidFill>
              <a:srgbClr val="DBE1ED"/>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a:solidFill>
                  <a:srgbClr val="1A1F2E"/>
                </a:solidFill>
                <a:latin typeface="Arial"/>
              </a:rPr>
              <a:t>AiCook</a:t>
            </a:r>
          </a:p>
          <a:p>
            <a:pPr algn="ctr"/>
            <a:r>
              <a:rPr sz="3600" b="1">
                <a:solidFill>
                  <a:srgbClr val="1A1F2E"/>
                </a:solidFill>
                <a:latin typeface="Arial"/>
              </a:rPr>
              <a:t>516 images</a:t>
            </a:r>
          </a:p>
        </p:txBody>
      </p:sp>
      <p:sp>
        <p:nvSpPr>
          <p:cNvPr id="95" name="Rounded Rectangle 94"/>
          <p:cNvSpPr/>
          <p:nvPr/>
        </p:nvSpPr>
        <p:spPr>
          <a:xfrm>
            <a:off x="26996501" y="4100788"/>
            <a:ext cx="4300000" cy="1299206"/>
          </a:xfrm>
          <a:prstGeom prst="roundRect">
            <a:avLst/>
          </a:prstGeom>
          <a:solidFill>
            <a:srgbClr val="F6F7FB"/>
          </a:solidFill>
          <a:ln>
            <a:solidFill>
              <a:srgbClr val="DBE1ED"/>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a:solidFill>
                  <a:srgbClr val="1A1F2E"/>
                </a:solidFill>
                <a:latin typeface="Arial"/>
              </a:rPr>
              <a:t>Food-Ingredients</a:t>
            </a:r>
          </a:p>
          <a:p>
            <a:pPr algn="ctr"/>
            <a:r>
              <a:rPr sz="3600" b="1">
                <a:solidFill>
                  <a:srgbClr val="1A1F2E"/>
                </a:solidFill>
                <a:latin typeface="Arial"/>
              </a:rPr>
              <a:t>9.7K images</a:t>
            </a:r>
          </a:p>
        </p:txBody>
      </p:sp>
      <p:sp>
        <p:nvSpPr>
          <p:cNvPr id="96" name="Rounded Rectangle 95"/>
          <p:cNvSpPr/>
          <p:nvPr/>
        </p:nvSpPr>
        <p:spPr>
          <a:xfrm>
            <a:off x="32550000" y="4749999"/>
            <a:ext cx="4300000" cy="1292327"/>
          </a:xfrm>
          <a:prstGeom prst="roundRect">
            <a:avLst/>
          </a:prstGeom>
          <a:solidFill>
            <a:srgbClr val="F6F7FB"/>
          </a:solidFill>
          <a:ln>
            <a:solidFill>
              <a:srgbClr val="DBE1ED"/>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dirty="0">
                <a:solidFill>
                  <a:srgbClr val="1A1F2E"/>
                </a:solidFill>
                <a:latin typeface="Arial"/>
              </a:rPr>
              <a:t>Fridge Object v3</a:t>
            </a:r>
          </a:p>
          <a:p>
            <a:pPr algn="ctr"/>
            <a:r>
              <a:rPr sz="3600" b="1" dirty="0">
                <a:solidFill>
                  <a:srgbClr val="1A1F2E"/>
                </a:solidFill>
                <a:latin typeface="Arial"/>
              </a:rPr>
              <a:t>9.9K images</a:t>
            </a:r>
          </a:p>
        </p:txBody>
      </p:sp>
      <p:sp>
        <p:nvSpPr>
          <p:cNvPr id="97" name="Rounded Rectangle 96"/>
          <p:cNvSpPr/>
          <p:nvPr/>
        </p:nvSpPr>
        <p:spPr>
          <a:xfrm>
            <a:off x="22400000" y="8950000"/>
            <a:ext cx="4300000" cy="1410882"/>
          </a:xfrm>
          <a:prstGeom prst="roundRect">
            <a:avLst/>
          </a:prstGeom>
          <a:solidFill>
            <a:srgbClr val="F6F7FB"/>
          </a:solidFill>
          <a:ln>
            <a:solidFill>
              <a:srgbClr val="DBE1ED"/>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a:solidFill>
                  <a:srgbClr val="1A1F2E"/>
                </a:solidFill>
                <a:latin typeface="Arial"/>
              </a:rPr>
              <a:t>Fridge Detection</a:t>
            </a:r>
          </a:p>
          <a:p>
            <a:pPr algn="ctr"/>
            <a:r>
              <a:rPr sz="3600" b="1">
                <a:solidFill>
                  <a:srgbClr val="1A1F2E"/>
                </a:solidFill>
                <a:latin typeface="Arial"/>
              </a:rPr>
              <a:t>3.1K images</a:t>
            </a:r>
          </a:p>
        </p:txBody>
      </p:sp>
      <p:sp>
        <p:nvSpPr>
          <p:cNvPr id="98" name="Rounded Rectangle 97"/>
          <p:cNvSpPr/>
          <p:nvPr/>
        </p:nvSpPr>
        <p:spPr>
          <a:xfrm>
            <a:off x="27250000" y="9300000"/>
            <a:ext cx="4300000" cy="1455502"/>
          </a:xfrm>
          <a:prstGeom prst="roundRect">
            <a:avLst/>
          </a:prstGeom>
          <a:solidFill>
            <a:srgbClr val="F6F7FB"/>
          </a:solidFill>
          <a:ln>
            <a:solidFill>
              <a:srgbClr val="DBE1ED"/>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dirty="0">
                <a:solidFill>
                  <a:srgbClr val="1A1F2E"/>
                </a:solidFill>
                <a:latin typeface="Arial"/>
              </a:rPr>
              <a:t>LVIS Fruits &amp; Veg</a:t>
            </a:r>
          </a:p>
          <a:p>
            <a:pPr algn="ctr"/>
            <a:r>
              <a:rPr sz="3600" b="1" dirty="0">
                <a:solidFill>
                  <a:srgbClr val="1A1F2E"/>
                </a:solidFill>
                <a:latin typeface="Arial"/>
              </a:rPr>
              <a:t>8.4K images</a:t>
            </a:r>
          </a:p>
        </p:txBody>
      </p:sp>
      <p:sp>
        <p:nvSpPr>
          <p:cNvPr id="99" name="Rounded Rectangle 98"/>
          <p:cNvSpPr/>
          <p:nvPr/>
        </p:nvSpPr>
        <p:spPr>
          <a:xfrm>
            <a:off x="32500000" y="8950000"/>
            <a:ext cx="4300000" cy="1770738"/>
          </a:xfrm>
          <a:prstGeom prst="roundRect">
            <a:avLst/>
          </a:prstGeom>
          <a:solidFill>
            <a:srgbClr val="F6F7FB"/>
          </a:solidFill>
          <a:ln>
            <a:solidFill>
              <a:srgbClr val="DBE1ED"/>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dirty="0">
                <a:solidFill>
                  <a:srgbClr val="1A1F2E"/>
                </a:solidFill>
                <a:latin typeface="Arial"/>
              </a:rPr>
              <a:t>Fridge Objects v12</a:t>
            </a:r>
          </a:p>
          <a:p>
            <a:pPr algn="ctr"/>
            <a:r>
              <a:rPr sz="3600" b="1" dirty="0">
                <a:solidFill>
                  <a:srgbClr val="1A1F2E"/>
                </a:solidFill>
                <a:latin typeface="Arial"/>
              </a:rPr>
              <a:t>2.4K images</a:t>
            </a:r>
          </a:p>
        </p:txBody>
      </p:sp>
      <p:sp>
        <p:nvSpPr>
          <p:cNvPr id="100" name="TextBox 99"/>
          <p:cNvSpPr txBox="1"/>
          <p:nvPr/>
        </p:nvSpPr>
        <p:spPr>
          <a:xfrm>
            <a:off x="27348715" y="10720738"/>
            <a:ext cx="7400000" cy="900000"/>
          </a:xfrm>
          <a:prstGeom prst="rect">
            <a:avLst/>
          </a:prstGeom>
          <a:noFill/>
        </p:spPr>
        <p:txBody>
          <a:bodyPr wrap="square" lIns="120000" tIns="80000" rIns="120000" bIns="80000" anchor="t">
            <a:spAutoFit/>
          </a:bodyPr>
          <a:lstStyle/>
          <a:p>
            <a:pPr algn="ctr"/>
            <a:r>
              <a:rPr sz="3600" b="1" dirty="0">
                <a:solidFill>
                  <a:srgbClr val="E8906B"/>
                </a:solidFill>
                <a:latin typeface="Arial"/>
              </a:rPr>
              <a:t>25.8K images | 181 classes | ~160K boxes</a:t>
            </a:r>
          </a:p>
        </p:txBody>
      </p:sp>
      <p:sp>
        <p:nvSpPr>
          <p:cNvPr id="108" name="TextBox 107"/>
          <p:cNvSpPr txBox="1"/>
          <p:nvPr/>
        </p:nvSpPr>
        <p:spPr>
          <a:xfrm>
            <a:off x="21867815" y="13532514"/>
            <a:ext cx="16900000" cy="3485549"/>
          </a:xfrm>
          <a:prstGeom prst="rect">
            <a:avLst/>
          </a:prstGeom>
          <a:noFill/>
        </p:spPr>
        <p:txBody>
          <a:bodyPr wrap="square" lIns="120000" tIns="80000" rIns="120000" bIns="80000" anchor="t">
            <a:spAutoFit/>
          </a:bodyPr>
          <a:lstStyle/>
          <a:p>
            <a:pPr algn="l"/>
            <a:r>
              <a:rPr sz="3600" b="0" dirty="0">
                <a:solidFill>
                  <a:srgbClr val="000000"/>
                </a:solidFill>
                <a:latin typeface="Arial"/>
              </a:rPr>
              <a:t>The detector</a:t>
            </a:r>
            <a:r>
              <a:rPr lang="en-US" sz="3600" b="0" dirty="0">
                <a:solidFill>
                  <a:srgbClr val="000000"/>
                </a:solidFill>
                <a:latin typeface="Arial"/>
              </a:rPr>
              <a:t>, Which is yolov12 finetuned (25 </a:t>
            </a:r>
            <a:r>
              <a:rPr lang="en-US" sz="3600" b="0" dirty="0" err="1">
                <a:solidFill>
                  <a:srgbClr val="000000"/>
                </a:solidFill>
                <a:latin typeface="Arial"/>
              </a:rPr>
              <a:t>epocs</a:t>
            </a:r>
            <a:r>
              <a:rPr lang="en-US" sz="3600" b="0" dirty="0">
                <a:solidFill>
                  <a:srgbClr val="000000"/>
                </a:solidFill>
                <a:latin typeface="Arial"/>
              </a:rPr>
              <a:t>) on the above datasets, </a:t>
            </a:r>
            <a:r>
              <a:rPr sz="3600" b="0" dirty="0">
                <a:solidFill>
                  <a:srgbClr val="000000"/>
                </a:solidFill>
                <a:latin typeface="Arial"/>
              </a:rPr>
              <a:t>receives a fridge image and outputs ingredient labels with bounding boxes and confidence scores.</a:t>
            </a:r>
            <a:endParaRPr lang="en-US" sz="3600" b="0" dirty="0">
              <a:solidFill>
                <a:srgbClr val="000000"/>
              </a:solidFill>
              <a:latin typeface="Arial"/>
            </a:endParaRPr>
          </a:p>
          <a:p>
            <a:pPr algn="l"/>
            <a:endParaRPr lang="en-IL" sz="3600" dirty="0">
              <a:solidFill>
                <a:srgbClr val="000000"/>
              </a:solidFill>
              <a:latin typeface="Arial"/>
            </a:endParaRPr>
          </a:p>
          <a:p>
            <a:pPr algn="l"/>
            <a:r>
              <a:rPr lang="en-IL" sz="3600" b="0" dirty="0">
                <a:solidFill>
                  <a:srgbClr val="000000"/>
                </a:solidFill>
                <a:latin typeface="Arial"/>
              </a:rPr>
              <a:t>Using those ingredients, an LLM will generate 3 suggestions to what to cook. We will use deepseek v4 model for its cheap prices, fast responses and high quality</a:t>
            </a:r>
            <a:endParaRPr sz="3600" b="0" dirty="0">
              <a:solidFill>
                <a:srgbClr val="000000"/>
              </a:solidFill>
              <a:latin typeface="Arial"/>
            </a:endParaRPr>
          </a:p>
        </p:txBody>
      </p:sp>
      <p:sp>
        <p:nvSpPr>
          <p:cNvPr id="109" name="Rounded Rectangle 108"/>
          <p:cNvSpPr/>
          <p:nvPr/>
        </p:nvSpPr>
        <p:spPr>
          <a:xfrm>
            <a:off x="26144439" y="19701414"/>
            <a:ext cx="7700000" cy="1100000"/>
          </a:xfrm>
          <a:prstGeom prst="roundRect">
            <a:avLst/>
          </a:prstGeom>
          <a:solidFill>
            <a:srgbClr val="FFF4EF"/>
          </a:solidFill>
          <a:ln>
            <a:solidFill>
              <a:srgbClr val="F6C5B4"/>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dirty="0">
                <a:solidFill>
                  <a:srgbClr val="E8906B"/>
                </a:solidFill>
                <a:latin typeface="Arial"/>
              </a:rPr>
              <a:t>0.605</a:t>
            </a:r>
          </a:p>
          <a:p>
            <a:pPr algn="ctr"/>
            <a:r>
              <a:rPr sz="3600" b="1" dirty="0">
                <a:solidFill>
                  <a:srgbClr val="E8906B"/>
                </a:solidFill>
                <a:latin typeface="Arial"/>
              </a:rPr>
              <a:t>mAP@50</a:t>
            </a:r>
          </a:p>
        </p:txBody>
      </p:sp>
      <p:sp>
        <p:nvSpPr>
          <p:cNvPr id="111" name="Rounded Rectangle 110"/>
          <p:cNvSpPr/>
          <p:nvPr/>
        </p:nvSpPr>
        <p:spPr>
          <a:xfrm>
            <a:off x="22000000" y="21250000"/>
            <a:ext cx="7700000" cy="1100000"/>
          </a:xfrm>
          <a:prstGeom prst="roundRect">
            <a:avLst/>
          </a:prstGeom>
          <a:solidFill>
            <a:srgbClr val="FFF4EF"/>
          </a:solidFill>
          <a:ln>
            <a:solidFill>
              <a:srgbClr val="F6C5B4"/>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dirty="0">
                <a:solidFill>
                  <a:srgbClr val="E8906B"/>
                </a:solidFill>
                <a:latin typeface="Arial"/>
              </a:rPr>
              <a:t>0.658</a:t>
            </a:r>
          </a:p>
          <a:p>
            <a:pPr algn="ctr"/>
            <a:r>
              <a:rPr sz="3600" b="1" dirty="0">
                <a:solidFill>
                  <a:srgbClr val="E8906B"/>
                </a:solidFill>
                <a:latin typeface="Arial"/>
              </a:rPr>
              <a:t>Precision</a:t>
            </a:r>
          </a:p>
        </p:txBody>
      </p:sp>
      <p:sp>
        <p:nvSpPr>
          <p:cNvPr id="112" name="Rounded Rectangle 111"/>
          <p:cNvSpPr/>
          <p:nvPr/>
        </p:nvSpPr>
        <p:spPr>
          <a:xfrm>
            <a:off x="30700000" y="21250000"/>
            <a:ext cx="7700000" cy="1100000"/>
          </a:xfrm>
          <a:prstGeom prst="roundRect">
            <a:avLst/>
          </a:prstGeom>
          <a:solidFill>
            <a:srgbClr val="FFF4EF"/>
          </a:solidFill>
          <a:ln>
            <a:solidFill>
              <a:srgbClr val="F6C5B4"/>
            </a:solidFill>
          </a:ln>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t"/>
          <a:lstStyle/>
          <a:p>
            <a:pPr algn="ctr"/>
            <a:r>
              <a:rPr sz="3600" b="1" dirty="0">
                <a:solidFill>
                  <a:srgbClr val="E8906B"/>
                </a:solidFill>
                <a:latin typeface="Arial"/>
              </a:rPr>
              <a:t>0.579</a:t>
            </a:r>
          </a:p>
          <a:p>
            <a:pPr algn="ctr"/>
            <a:r>
              <a:rPr sz="3600" b="1" dirty="0">
                <a:solidFill>
                  <a:srgbClr val="E8906B"/>
                </a:solidFill>
                <a:latin typeface="Arial"/>
              </a:rPr>
              <a:t>Recall</a:t>
            </a:r>
          </a:p>
        </p:txBody>
      </p:sp>
      <p:sp>
        <p:nvSpPr>
          <p:cNvPr id="122" name="TextBox 121"/>
          <p:cNvSpPr txBox="1"/>
          <p:nvPr/>
        </p:nvSpPr>
        <p:spPr>
          <a:xfrm>
            <a:off x="18350000" y="25391665"/>
            <a:ext cx="16200000" cy="715560"/>
          </a:xfrm>
          <a:prstGeom prst="rect">
            <a:avLst/>
          </a:prstGeom>
          <a:noFill/>
        </p:spPr>
        <p:txBody>
          <a:bodyPr wrap="square" lIns="120000" tIns="80000" rIns="120000" bIns="80000" anchor="t">
            <a:spAutoFit/>
          </a:bodyPr>
          <a:lstStyle/>
          <a:p>
            <a:pPr algn="ctr"/>
            <a:r>
              <a:rPr lang="en-US" sz="3600" b="0" dirty="0">
                <a:solidFill>
                  <a:srgbClr val="000000"/>
                </a:solidFill>
                <a:latin typeface="Arial"/>
              </a:rPr>
              <a:t>Graph shows improvements after each </a:t>
            </a:r>
            <a:r>
              <a:rPr lang="en-US" sz="3600" b="0" dirty="0" err="1">
                <a:solidFill>
                  <a:srgbClr val="000000"/>
                </a:solidFill>
                <a:latin typeface="Arial"/>
              </a:rPr>
              <a:t>epoc</a:t>
            </a:r>
            <a:r>
              <a:rPr sz="3600" b="0" dirty="0">
                <a:solidFill>
                  <a:srgbClr val="000000"/>
                </a:solidFill>
                <a:latin typeface="Arial"/>
              </a:rPr>
              <a:t>.</a:t>
            </a:r>
          </a:p>
        </p:txBody>
      </p:sp>
      <p:sp>
        <p:nvSpPr>
          <p:cNvPr id="5" name="TextBox 4">
            <a:extLst>
              <a:ext uri="{FF2B5EF4-FFF2-40B4-BE49-F238E27FC236}">
                <a16:creationId xmlns:a16="http://schemas.microsoft.com/office/drawing/2014/main" id="{CA0B0AC0-F2EE-2D51-A46A-39307D3BA32F}"/>
              </a:ext>
            </a:extLst>
          </p:cNvPr>
          <p:cNvSpPr txBox="1"/>
          <p:nvPr/>
        </p:nvSpPr>
        <p:spPr>
          <a:xfrm>
            <a:off x="31246665" y="759119"/>
            <a:ext cx="9157941" cy="1754326"/>
          </a:xfrm>
          <a:prstGeom prst="rect">
            <a:avLst/>
          </a:prstGeom>
          <a:noFill/>
        </p:spPr>
        <p:txBody>
          <a:bodyPr wrap="square" rtlCol="0">
            <a:spAutoFit/>
          </a:bodyPr>
          <a:lstStyle/>
          <a:p>
            <a:pPr marL="0" algn="l" defTabSz="3507821" rtl="0" eaLnBrk="1" latinLnBrk="0" hangingPunct="1"/>
            <a:r>
              <a:rPr lang="en-IL" sz="3600" dirty="0">
                <a:solidFill>
                  <a:schemeClr val="bg1"/>
                </a:solidFill>
                <a:latin typeface="Arial" panose="020B0604020202020204" pitchFamily="34" charset="0"/>
                <a:cs typeface="Arial" panose="020B0604020202020204" pitchFamily="34" charset="0"/>
              </a:rPr>
              <a:t>Rane Deeb, Ido Cohen</a:t>
            </a:r>
          </a:p>
          <a:p>
            <a:pPr marL="0" algn="l" defTabSz="3507821" rtl="0" eaLnBrk="1" latinLnBrk="0" hangingPunct="1"/>
            <a:r>
              <a:rPr lang="en-IL" sz="3600" dirty="0">
                <a:solidFill>
                  <a:schemeClr val="bg1"/>
                </a:solidFill>
                <a:latin typeface="Arial" panose="020B0604020202020204" pitchFamily="34" charset="0"/>
                <a:cs typeface="Arial" panose="020B0604020202020204" pitchFamily="34" charset="0"/>
              </a:rPr>
              <a:t>Advisor: Dr. Sharon Yalov-Handzel</a:t>
            </a:r>
          </a:p>
          <a:p>
            <a:pPr marL="0" algn="l" defTabSz="3507821" rtl="0" eaLnBrk="1" latinLnBrk="0" hangingPunct="1"/>
            <a:r>
              <a:rPr lang="en-IL" sz="3600" dirty="0">
                <a:solidFill>
                  <a:schemeClr val="bg1"/>
                </a:solidFill>
                <a:latin typeface="Arial" panose="020B0604020202020204" pitchFamily="34" charset="0"/>
                <a:cs typeface="Arial" panose="020B0604020202020204" pitchFamily="34" charset="0"/>
              </a:rPr>
              <a:t>B.Sc. Data Sceince, 2026</a:t>
            </a:r>
          </a:p>
        </p:txBody>
      </p:sp>
      <p:pic>
        <p:nvPicPr>
          <p:cNvPr id="18" name="Picture 17">
            <a:extLst>
              <a:ext uri="{FF2B5EF4-FFF2-40B4-BE49-F238E27FC236}">
                <a16:creationId xmlns:a16="http://schemas.microsoft.com/office/drawing/2014/main" id="{D2C2C2E5-9C94-D67F-0910-C5BD2BB506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3761" y="14367711"/>
            <a:ext cx="15012839" cy="5264907"/>
          </a:xfrm>
          <a:prstGeom prst="rect">
            <a:avLst/>
          </a:prstGeom>
        </p:spPr>
      </p:pic>
      <p:pic>
        <p:nvPicPr>
          <p:cNvPr id="21" name="Picture 20">
            <a:extLst>
              <a:ext uri="{FF2B5EF4-FFF2-40B4-BE49-F238E27FC236}">
                <a16:creationId xmlns:a16="http://schemas.microsoft.com/office/drawing/2014/main" id="{9491C881-D4E9-07D7-E065-54EE4B52C57A}"/>
              </a:ext>
            </a:extLst>
          </p:cNvPr>
          <p:cNvPicPr>
            <a:picLocks noChangeAspect="1"/>
          </p:cNvPicPr>
          <p:nvPr/>
        </p:nvPicPr>
        <p:blipFill>
          <a:blip r:embed="rId6"/>
          <a:stretch>
            <a:fillRect/>
          </a:stretch>
        </p:blipFill>
        <p:spPr>
          <a:xfrm>
            <a:off x="21926163" y="22971030"/>
            <a:ext cx="16591132" cy="2280568"/>
          </a:xfrm>
          <a:prstGeom prst="rect">
            <a:avLst/>
          </a:prstGeom>
        </p:spPr>
      </p:pic>
    </p:spTree>
    <p:extLst>
      <p:ext uri="{BB962C8B-B14F-4D97-AF65-F5344CB8AC3E}">
        <p14:creationId xmlns:p14="http://schemas.microsoft.com/office/powerpoint/2010/main" val="3124853156"/>
      </p:ext>
    </p:extLst>
  </p:cSld>
  <p:clrMapOvr>
    <a:masterClrMapping/>
  </p:clrMapOvr>
</p:sld>
</file>

<file path=ppt/theme/theme1.xml><?xml version="1.0" encoding="utf-8"?>
<a:theme xmlns:a="http://schemas.openxmlformats.org/drawingml/2006/main" name="ערכת נושא Office">
  <a:themeElements>
    <a:clrScheme name="ערכת נושא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ערכת נושא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2b37368-257b-4467-96dd-af1b91bef81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מסמך" ma:contentTypeID="0x01010033D1BC521E164344898D0297273D2D99" ma:contentTypeVersion="13" ma:contentTypeDescription="צור מסמך חדש." ma:contentTypeScope="" ma:versionID="d07e7557d0b779ae54f464411e66bcaf">
  <xsd:schema xmlns:xsd="http://www.w3.org/2001/XMLSchema" xmlns:xs="http://www.w3.org/2001/XMLSchema" xmlns:p="http://schemas.microsoft.com/office/2006/metadata/properties" xmlns:ns2="f2b37368-257b-4467-96dd-af1b91bef81d" targetNamespace="http://schemas.microsoft.com/office/2006/metadata/properties" ma:root="true" ma:fieldsID="81bcb2496a40790a8a4c2e20fc446db6" ns2:_="">
    <xsd:import namespace="f2b37368-257b-4467-96dd-af1b91bef8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b37368-257b-4467-96dd-af1b91bef8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תגיות תמונה" ma:readOnly="false" ma:fieldId="{5cf76f15-5ced-4ddc-b409-7134ff3c332f}" ma:taxonomyMulti="true" ma:sspId="a23233a5-b502-48c3-b4b5-6955fd0d7d0d"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Location" ma:index="15" nillable="true" ma:displayName="Location" ma:indexed="true"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סוג תוכן"/>
        <xsd:element ref="dc:title" minOccurs="0" maxOccurs="1" ma:index="4" ma:displayName="כותר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7DB085-B774-45C0-812F-A1B0CE358EE2}">
  <ds:schemaRefs>
    <ds:schemaRef ds:uri="http://schemas.microsoft.com/office/2006/metadata/properties"/>
    <ds:schemaRef ds:uri="http://schemas.microsoft.com/office/infopath/2007/PartnerControls"/>
    <ds:schemaRef ds:uri="f2b37368-257b-4467-96dd-af1b91bef81d"/>
    <ds:schemaRef ds:uri="130b172b-0165-47b2-9d3d-463a709cde28"/>
    <ds:schemaRef ds:uri="6bf87488-ba5c-4267-8b30-81d843126eb2"/>
  </ds:schemaRefs>
</ds:datastoreItem>
</file>

<file path=customXml/itemProps2.xml><?xml version="1.0" encoding="utf-8"?>
<ds:datastoreItem xmlns:ds="http://schemas.openxmlformats.org/officeDocument/2006/customXml" ds:itemID="{5AE0A112-6FE6-4D7B-9F75-46788F576C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2b37368-257b-4467-96dd-af1b91bef8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95B88EF-4006-4D4E-9747-59AA7B83AD5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15314</TotalTime>
  <Words>252</Words>
  <Application>Microsoft Macintosh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ערכת נושא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ניר אלנברג</dc:creator>
  <cp:lastModifiedBy>Rane Deeb</cp:lastModifiedBy>
  <cp:revision>93</cp:revision>
  <cp:lastPrinted>2023-03-02T10:32:15Z</cp:lastPrinted>
  <dcterms:created xsi:type="dcterms:W3CDTF">2017-02-20T11:23:11Z</dcterms:created>
  <dcterms:modified xsi:type="dcterms:W3CDTF">2026-06-07T18:39:10Z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0x01010033D1BC521E164344898D0297273D2D99</vt:lpwstr>
  </property>
  <property fmtid="{D5CDD505-2E9C-101B-9397-08002B2CF9AE}" pid="3" name="MediaServiceImageTags">
    <vt:lpwstr/>
  </property>
</Properties>
</file>